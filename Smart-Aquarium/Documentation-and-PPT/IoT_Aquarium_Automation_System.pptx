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67A923-D4D4-4A4E-8AD9-1C05C42E380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F384E1-8231-48F1-9621-8BE7F050A94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Muhammad Umar – Software Development</a:t>
          </a:r>
        </a:p>
      </dgm:t>
    </dgm:pt>
    <dgm:pt modelId="{B908AB86-C27B-4FE7-993D-F852A464BDD1}" type="parTrans" cxnId="{A808ADA1-BE08-48B3-8A47-0DF2688AC1A5}">
      <dgm:prSet/>
      <dgm:spPr/>
      <dgm:t>
        <a:bodyPr/>
        <a:lstStyle/>
        <a:p>
          <a:endParaRPr lang="en-US"/>
        </a:p>
      </dgm:t>
    </dgm:pt>
    <dgm:pt modelId="{5E4F9B75-289B-46B4-8C21-5909D0AD9361}" type="sibTrans" cxnId="{A808ADA1-BE08-48B3-8A47-0DF2688AC1A5}">
      <dgm:prSet/>
      <dgm:spPr/>
      <dgm:t>
        <a:bodyPr/>
        <a:lstStyle/>
        <a:p>
          <a:endParaRPr lang="en-US"/>
        </a:p>
      </dgm:t>
    </dgm:pt>
    <dgm:pt modelId="{588DCCAC-86B0-42F6-9687-3741F55672E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Muhammad Hassan Baig – Hardware Implementation</a:t>
          </a:r>
        </a:p>
      </dgm:t>
    </dgm:pt>
    <dgm:pt modelId="{ECA17250-1C58-4D96-B14D-0163DC70216E}" type="parTrans" cxnId="{90151B5E-E4F3-461A-8E72-B0E38DE86183}">
      <dgm:prSet/>
      <dgm:spPr/>
      <dgm:t>
        <a:bodyPr/>
        <a:lstStyle/>
        <a:p>
          <a:endParaRPr lang="en-US"/>
        </a:p>
      </dgm:t>
    </dgm:pt>
    <dgm:pt modelId="{8D9C737C-1569-4A22-954C-F8860658E9C3}" type="sibTrans" cxnId="{90151B5E-E4F3-461A-8E72-B0E38DE86183}">
      <dgm:prSet/>
      <dgm:spPr/>
      <dgm:t>
        <a:bodyPr/>
        <a:lstStyle/>
        <a:p>
          <a:endParaRPr lang="en-US"/>
        </a:p>
      </dgm:t>
    </dgm:pt>
    <dgm:pt modelId="{8E1C6937-3776-4007-9969-8C762ECF0C5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Muhammad Naveed – Documentation</a:t>
          </a:r>
        </a:p>
      </dgm:t>
    </dgm:pt>
    <dgm:pt modelId="{4C7EC9ED-A404-4854-A26C-E657927B4182}" type="parTrans" cxnId="{9E5E97E6-3501-4E74-9C8B-576E1B6377FF}">
      <dgm:prSet/>
      <dgm:spPr/>
      <dgm:t>
        <a:bodyPr/>
        <a:lstStyle/>
        <a:p>
          <a:endParaRPr lang="en-US"/>
        </a:p>
      </dgm:t>
    </dgm:pt>
    <dgm:pt modelId="{1F910BBE-91A9-4765-BEBC-F219D5C8690A}" type="sibTrans" cxnId="{9E5E97E6-3501-4E74-9C8B-576E1B6377FF}">
      <dgm:prSet/>
      <dgm:spPr/>
      <dgm:t>
        <a:bodyPr/>
        <a:lstStyle/>
        <a:p>
          <a:endParaRPr lang="en-US"/>
        </a:p>
      </dgm:t>
    </dgm:pt>
    <dgm:pt modelId="{AF706F08-75E5-442B-A0A9-EE8F39834DD4}" type="pres">
      <dgm:prSet presAssocID="{4D67A923-D4D4-4A4E-8AD9-1C05C42E3806}" presName="linear" presStyleCnt="0">
        <dgm:presLayoutVars>
          <dgm:animLvl val="lvl"/>
          <dgm:resizeHandles val="exact"/>
        </dgm:presLayoutVars>
      </dgm:prSet>
      <dgm:spPr/>
    </dgm:pt>
    <dgm:pt modelId="{060A28F5-CC58-4AE3-A624-DEAB989568B5}" type="pres">
      <dgm:prSet presAssocID="{AFF384E1-8231-48F1-9621-8BE7F050A9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9AECFAE-CE21-4A7E-A2DD-FD6874DBF7D2}" type="pres">
      <dgm:prSet presAssocID="{5E4F9B75-289B-46B4-8C21-5909D0AD9361}" presName="spacer" presStyleCnt="0"/>
      <dgm:spPr/>
    </dgm:pt>
    <dgm:pt modelId="{801B15BD-5651-46A6-ADCD-6048802889AE}" type="pres">
      <dgm:prSet presAssocID="{588DCCAC-86B0-42F6-9687-3741F55672E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0DB2F0E-D060-4D08-B651-1BC6A9D5D0B2}" type="pres">
      <dgm:prSet presAssocID="{8D9C737C-1569-4A22-954C-F8860658E9C3}" presName="spacer" presStyleCnt="0"/>
      <dgm:spPr/>
    </dgm:pt>
    <dgm:pt modelId="{5650402C-2EEC-47AF-8F06-9EF4D1059AFE}" type="pres">
      <dgm:prSet presAssocID="{8E1C6937-3776-4007-9969-8C762ECF0C5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DC9B13E-0026-4F05-9DC7-9B77AEE015D8}" type="presOf" srcId="{AFF384E1-8231-48F1-9621-8BE7F050A942}" destId="{060A28F5-CC58-4AE3-A624-DEAB989568B5}" srcOrd="0" destOrd="0" presId="urn:microsoft.com/office/officeart/2005/8/layout/vList2"/>
    <dgm:cxn modelId="{90151B5E-E4F3-461A-8E72-B0E38DE86183}" srcId="{4D67A923-D4D4-4A4E-8AD9-1C05C42E3806}" destId="{588DCCAC-86B0-42F6-9687-3741F55672E5}" srcOrd="1" destOrd="0" parTransId="{ECA17250-1C58-4D96-B14D-0163DC70216E}" sibTransId="{8D9C737C-1569-4A22-954C-F8860658E9C3}"/>
    <dgm:cxn modelId="{E58B1967-1DDC-43D4-B1B1-FB3EE90CA187}" type="presOf" srcId="{8E1C6937-3776-4007-9969-8C762ECF0C5C}" destId="{5650402C-2EEC-47AF-8F06-9EF4D1059AFE}" srcOrd="0" destOrd="0" presId="urn:microsoft.com/office/officeart/2005/8/layout/vList2"/>
    <dgm:cxn modelId="{E46B1777-56AE-46A6-97E7-0C536839E9F4}" type="presOf" srcId="{4D67A923-D4D4-4A4E-8AD9-1C05C42E3806}" destId="{AF706F08-75E5-442B-A0A9-EE8F39834DD4}" srcOrd="0" destOrd="0" presId="urn:microsoft.com/office/officeart/2005/8/layout/vList2"/>
    <dgm:cxn modelId="{99CAA287-58A2-47C8-AC33-7F5A922F5158}" type="presOf" srcId="{588DCCAC-86B0-42F6-9687-3741F55672E5}" destId="{801B15BD-5651-46A6-ADCD-6048802889AE}" srcOrd="0" destOrd="0" presId="urn:microsoft.com/office/officeart/2005/8/layout/vList2"/>
    <dgm:cxn modelId="{A808ADA1-BE08-48B3-8A47-0DF2688AC1A5}" srcId="{4D67A923-D4D4-4A4E-8AD9-1C05C42E3806}" destId="{AFF384E1-8231-48F1-9621-8BE7F050A942}" srcOrd="0" destOrd="0" parTransId="{B908AB86-C27B-4FE7-993D-F852A464BDD1}" sibTransId="{5E4F9B75-289B-46B4-8C21-5909D0AD9361}"/>
    <dgm:cxn modelId="{9E5E97E6-3501-4E74-9C8B-576E1B6377FF}" srcId="{4D67A923-D4D4-4A4E-8AD9-1C05C42E3806}" destId="{8E1C6937-3776-4007-9969-8C762ECF0C5C}" srcOrd="2" destOrd="0" parTransId="{4C7EC9ED-A404-4854-A26C-E657927B4182}" sibTransId="{1F910BBE-91A9-4765-BEBC-F219D5C8690A}"/>
    <dgm:cxn modelId="{EF43FAC3-2F3B-4FAD-8BFA-39EAA505E6B9}" type="presParOf" srcId="{AF706F08-75E5-442B-A0A9-EE8F39834DD4}" destId="{060A28F5-CC58-4AE3-A624-DEAB989568B5}" srcOrd="0" destOrd="0" presId="urn:microsoft.com/office/officeart/2005/8/layout/vList2"/>
    <dgm:cxn modelId="{6C736BF5-90A9-4163-8E0C-66D0E33DC220}" type="presParOf" srcId="{AF706F08-75E5-442B-A0A9-EE8F39834DD4}" destId="{C9AECFAE-CE21-4A7E-A2DD-FD6874DBF7D2}" srcOrd="1" destOrd="0" presId="urn:microsoft.com/office/officeart/2005/8/layout/vList2"/>
    <dgm:cxn modelId="{5537B2C9-4AD9-426E-87BA-7160F772CA76}" type="presParOf" srcId="{AF706F08-75E5-442B-A0A9-EE8F39834DD4}" destId="{801B15BD-5651-46A6-ADCD-6048802889AE}" srcOrd="2" destOrd="0" presId="urn:microsoft.com/office/officeart/2005/8/layout/vList2"/>
    <dgm:cxn modelId="{9F5F44B7-6379-42F1-9D33-A96EC47663E7}" type="presParOf" srcId="{AF706F08-75E5-442B-A0A9-EE8F39834DD4}" destId="{10DB2F0E-D060-4D08-B651-1BC6A9D5D0B2}" srcOrd="3" destOrd="0" presId="urn:microsoft.com/office/officeart/2005/8/layout/vList2"/>
    <dgm:cxn modelId="{F41FBAE0-03AD-4B08-ACAA-B7F3C5561A9C}" type="presParOf" srcId="{AF706F08-75E5-442B-A0A9-EE8F39834DD4}" destId="{5650402C-2EEC-47AF-8F06-9EF4D1059AF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E7D8A8-8C2D-4EB5-9E9E-57C96973F26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178A205-EF95-460B-8922-E3622DF9F248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Automates aquarium operations using IoT</a:t>
          </a:r>
        </a:p>
      </dgm:t>
    </dgm:pt>
    <dgm:pt modelId="{816D4035-126C-44AF-A87E-1FD0E806CA22}" type="parTrans" cxnId="{237A45BD-C0DB-42EC-964A-C3BA6060B955}">
      <dgm:prSet/>
      <dgm:spPr/>
      <dgm:t>
        <a:bodyPr/>
        <a:lstStyle/>
        <a:p>
          <a:endParaRPr lang="en-US"/>
        </a:p>
      </dgm:t>
    </dgm:pt>
    <dgm:pt modelId="{68FA5EB7-41EB-4E41-B85E-C6D2EE97C6E4}" type="sibTrans" cxnId="{237A45BD-C0DB-42EC-964A-C3BA6060B955}">
      <dgm:prSet/>
      <dgm:spPr/>
      <dgm:t>
        <a:bodyPr/>
        <a:lstStyle/>
        <a:p>
          <a:endParaRPr lang="en-US"/>
        </a:p>
      </dgm:t>
    </dgm:pt>
    <dgm:pt modelId="{F5AA85C1-3097-495D-B906-307F2EDF750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Controls heater, pump, lights, and feeder</a:t>
          </a:r>
        </a:p>
      </dgm:t>
    </dgm:pt>
    <dgm:pt modelId="{4BB09523-E5AF-46C6-858C-FACCD6516609}" type="parTrans" cxnId="{BEA66FC7-2196-499B-BD65-E50AFCB94EE0}">
      <dgm:prSet/>
      <dgm:spPr/>
      <dgm:t>
        <a:bodyPr/>
        <a:lstStyle/>
        <a:p>
          <a:endParaRPr lang="en-US"/>
        </a:p>
      </dgm:t>
    </dgm:pt>
    <dgm:pt modelId="{00C58046-B7B1-4D7F-93DC-063EB07D9A4C}" type="sibTrans" cxnId="{BEA66FC7-2196-499B-BD65-E50AFCB94EE0}">
      <dgm:prSet/>
      <dgm:spPr/>
      <dgm:t>
        <a:bodyPr/>
        <a:lstStyle/>
        <a:p>
          <a:endParaRPr lang="en-US"/>
        </a:p>
      </dgm:t>
    </dgm:pt>
    <dgm:pt modelId="{A7806662-33BE-4F35-9C40-19B16EB9358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Uses ESP32 as main controller</a:t>
          </a:r>
        </a:p>
      </dgm:t>
    </dgm:pt>
    <dgm:pt modelId="{888ECC9A-636C-4A0E-8A2B-A0129FE9672F}" type="parTrans" cxnId="{C7586BFB-04C4-43C5-ADAF-A68617344994}">
      <dgm:prSet/>
      <dgm:spPr/>
      <dgm:t>
        <a:bodyPr/>
        <a:lstStyle/>
        <a:p>
          <a:endParaRPr lang="en-US"/>
        </a:p>
      </dgm:t>
    </dgm:pt>
    <dgm:pt modelId="{8D14556D-E3A4-4A7C-A96F-D94B07E33E3C}" type="sibTrans" cxnId="{C7586BFB-04C4-43C5-ADAF-A68617344994}">
      <dgm:prSet/>
      <dgm:spPr/>
      <dgm:t>
        <a:bodyPr/>
        <a:lstStyle/>
        <a:p>
          <a:endParaRPr lang="en-US"/>
        </a:p>
      </dgm:t>
    </dgm:pt>
    <dgm:pt modelId="{A13D8A8F-5B8D-4CF5-B547-DC7A637628A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Remote monitoring via Blynk / Node-RED</a:t>
          </a:r>
        </a:p>
      </dgm:t>
    </dgm:pt>
    <dgm:pt modelId="{180D16CF-0CDB-4EA8-B23D-4128964A5DF6}" type="parTrans" cxnId="{A5854012-67A3-449C-9F79-80171DED800D}">
      <dgm:prSet/>
      <dgm:spPr/>
      <dgm:t>
        <a:bodyPr/>
        <a:lstStyle/>
        <a:p>
          <a:endParaRPr lang="en-US"/>
        </a:p>
      </dgm:t>
    </dgm:pt>
    <dgm:pt modelId="{C35BAD2A-34D7-429B-8918-AE2058B5AE6C}" type="sibTrans" cxnId="{A5854012-67A3-449C-9F79-80171DED800D}">
      <dgm:prSet/>
      <dgm:spPr/>
      <dgm:t>
        <a:bodyPr/>
        <a:lstStyle/>
        <a:p>
          <a:endParaRPr lang="en-US"/>
        </a:p>
      </dgm:t>
    </dgm:pt>
    <dgm:pt modelId="{D5D9EDF5-D536-466B-97CB-70CEAC46F7F9}" type="pres">
      <dgm:prSet presAssocID="{30E7D8A8-8C2D-4EB5-9E9E-57C96973F266}" presName="linear" presStyleCnt="0">
        <dgm:presLayoutVars>
          <dgm:animLvl val="lvl"/>
          <dgm:resizeHandles val="exact"/>
        </dgm:presLayoutVars>
      </dgm:prSet>
      <dgm:spPr/>
    </dgm:pt>
    <dgm:pt modelId="{88A6A384-586B-4451-9CFC-9B8D47FC2BE9}" type="pres">
      <dgm:prSet presAssocID="{E178A205-EF95-460B-8922-E3622DF9F24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D149FD5-90D7-4E54-A202-B13F153A02A3}" type="pres">
      <dgm:prSet presAssocID="{68FA5EB7-41EB-4E41-B85E-C6D2EE97C6E4}" presName="spacer" presStyleCnt="0"/>
      <dgm:spPr/>
    </dgm:pt>
    <dgm:pt modelId="{0883C5AD-133C-4C9F-8C1B-2B67F898004C}" type="pres">
      <dgm:prSet presAssocID="{F5AA85C1-3097-495D-B906-307F2EDF750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3CB8104-3A4F-4192-82D8-6B403DD68080}" type="pres">
      <dgm:prSet presAssocID="{00C58046-B7B1-4D7F-93DC-063EB07D9A4C}" presName="spacer" presStyleCnt="0"/>
      <dgm:spPr/>
    </dgm:pt>
    <dgm:pt modelId="{B9D8A586-F128-4AD7-85F6-F90318B55806}" type="pres">
      <dgm:prSet presAssocID="{A7806662-33BE-4F35-9C40-19B16EB9358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32B543D-0A79-43F9-8600-F3E852DD55AF}" type="pres">
      <dgm:prSet presAssocID="{8D14556D-E3A4-4A7C-A96F-D94B07E33E3C}" presName="spacer" presStyleCnt="0"/>
      <dgm:spPr/>
    </dgm:pt>
    <dgm:pt modelId="{0B012C82-20A6-4DC4-8692-75C9BFD46EF5}" type="pres">
      <dgm:prSet presAssocID="{A13D8A8F-5B8D-4CF5-B547-DC7A637628A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468C010-4226-41B8-AF80-BAFF99402B90}" type="presOf" srcId="{E178A205-EF95-460B-8922-E3622DF9F248}" destId="{88A6A384-586B-4451-9CFC-9B8D47FC2BE9}" srcOrd="0" destOrd="0" presId="urn:microsoft.com/office/officeart/2005/8/layout/vList2"/>
    <dgm:cxn modelId="{A5854012-67A3-449C-9F79-80171DED800D}" srcId="{30E7D8A8-8C2D-4EB5-9E9E-57C96973F266}" destId="{A13D8A8F-5B8D-4CF5-B547-DC7A637628AA}" srcOrd="3" destOrd="0" parTransId="{180D16CF-0CDB-4EA8-B23D-4128964A5DF6}" sibTransId="{C35BAD2A-34D7-429B-8918-AE2058B5AE6C}"/>
    <dgm:cxn modelId="{A3B35A14-F114-4F62-9BC6-7AAA648510F5}" type="presOf" srcId="{A7806662-33BE-4F35-9C40-19B16EB93580}" destId="{B9D8A586-F128-4AD7-85F6-F90318B55806}" srcOrd="0" destOrd="0" presId="urn:microsoft.com/office/officeart/2005/8/layout/vList2"/>
    <dgm:cxn modelId="{B498391F-DE7F-4485-BC6A-EEB385FFC7C5}" type="presOf" srcId="{30E7D8A8-8C2D-4EB5-9E9E-57C96973F266}" destId="{D5D9EDF5-D536-466B-97CB-70CEAC46F7F9}" srcOrd="0" destOrd="0" presId="urn:microsoft.com/office/officeart/2005/8/layout/vList2"/>
    <dgm:cxn modelId="{85A0362B-DF04-468D-9F75-ACFFDBDEEECC}" type="presOf" srcId="{A13D8A8F-5B8D-4CF5-B547-DC7A637628AA}" destId="{0B012C82-20A6-4DC4-8692-75C9BFD46EF5}" srcOrd="0" destOrd="0" presId="urn:microsoft.com/office/officeart/2005/8/layout/vList2"/>
    <dgm:cxn modelId="{94CA344B-ECAC-45A4-929E-4ABC163A86A2}" type="presOf" srcId="{F5AA85C1-3097-495D-B906-307F2EDF7505}" destId="{0883C5AD-133C-4C9F-8C1B-2B67F898004C}" srcOrd="0" destOrd="0" presId="urn:microsoft.com/office/officeart/2005/8/layout/vList2"/>
    <dgm:cxn modelId="{237A45BD-C0DB-42EC-964A-C3BA6060B955}" srcId="{30E7D8A8-8C2D-4EB5-9E9E-57C96973F266}" destId="{E178A205-EF95-460B-8922-E3622DF9F248}" srcOrd="0" destOrd="0" parTransId="{816D4035-126C-44AF-A87E-1FD0E806CA22}" sibTransId="{68FA5EB7-41EB-4E41-B85E-C6D2EE97C6E4}"/>
    <dgm:cxn modelId="{BEA66FC7-2196-499B-BD65-E50AFCB94EE0}" srcId="{30E7D8A8-8C2D-4EB5-9E9E-57C96973F266}" destId="{F5AA85C1-3097-495D-B906-307F2EDF7505}" srcOrd="1" destOrd="0" parTransId="{4BB09523-E5AF-46C6-858C-FACCD6516609}" sibTransId="{00C58046-B7B1-4D7F-93DC-063EB07D9A4C}"/>
    <dgm:cxn modelId="{C7586BFB-04C4-43C5-ADAF-A68617344994}" srcId="{30E7D8A8-8C2D-4EB5-9E9E-57C96973F266}" destId="{A7806662-33BE-4F35-9C40-19B16EB93580}" srcOrd="2" destOrd="0" parTransId="{888ECC9A-636C-4A0E-8A2B-A0129FE9672F}" sibTransId="{8D14556D-E3A4-4A7C-A96F-D94B07E33E3C}"/>
    <dgm:cxn modelId="{D0F8A898-3B66-4E7E-85D5-AE8098478F46}" type="presParOf" srcId="{D5D9EDF5-D536-466B-97CB-70CEAC46F7F9}" destId="{88A6A384-586B-4451-9CFC-9B8D47FC2BE9}" srcOrd="0" destOrd="0" presId="urn:microsoft.com/office/officeart/2005/8/layout/vList2"/>
    <dgm:cxn modelId="{741DF75D-0613-4F80-8C75-ED165BA76611}" type="presParOf" srcId="{D5D9EDF5-D536-466B-97CB-70CEAC46F7F9}" destId="{4D149FD5-90D7-4E54-A202-B13F153A02A3}" srcOrd="1" destOrd="0" presId="urn:microsoft.com/office/officeart/2005/8/layout/vList2"/>
    <dgm:cxn modelId="{E146B599-8C87-42F2-A4B9-1A9E5584FD31}" type="presParOf" srcId="{D5D9EDF5-D536-466B-97CB-70CEAC46F7F9}" destId="{0883C5AD-133C-4C9F-8C1B-2B67F898004C}" srcOrd="2" destOrd="0" presId="urn:microsoft.com/office/officeart/2005/8/layout/vList2"/>
    <dgm:cxn modelId="{CDCA3DBF-D781-49CD-A9EC-9C6142481949}" type="presParOf" srcId="{D5D9EDF5-D536-466B-97CB-70CEAC46F7F9}" destId="{93CB8104-3A4F-4192-82D8-6B403DD68080}" srcOrd="3" destOrd="0" presId="urn:microsoft.com/office/officeart/2005/8/layout/vList2"/>
    <dgm:cxn modelId="{B4FC399F-C976-4ABC-B4BD-BD7957379A8A}" type="presParOf" srcId="{D5D9EDF5-D536-466B-97CB-70CEAC46F7F9}" destId="{B9D8A586-F128-4AD7-85F6-F90318B55806}" srcOrd="4" destOrd="0" presId="urn:microsoft.com/office/officeart/2005/8/layout/vList2"/>
    <dgm:cxn modelId="{1F464C50-2E59-478C-8D84-9D3EB9DE0EA1}" type="presParOf" srcId="{D5D9EDF5-D536-466B-97CB-70CEAC46F7F9}" destId="{832B543D-0A79-43F9-8600-F3E852DD55AF}" srcOrd="5" destOrd="0" presId="urn:microsoft.com/office/officeart/2005/8/layout/vList2"/>
    <dgm:cxn modelId="{C7C87ADF-BDA9-4314-A970-C658D4910701}" type="presParOf" srcId="{D5D9EDF5-D536-466B-97CB-70CEAC46F7F9}" destId="{0B012C82-20A6-4DC4-8692-75C9BFD46EF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E386F6-D711-48F8-B245-ACA9DFF42112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A7CC60E-0816-4E65-B6E6-723564BAB6E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Maintain healthy aquarium environment</a:t>
          </a:r>
        </a:p>
      </dgm:t>
    </dgm:pt>
    <dgm:pt modelId="{56231EB4-9442-4577-99CA-4523A669021A}" type="parTrans" cxnId="{4831A768-C6E4-4A7B-8431-433447CAD1C7}">
      <dgm:prSet/>
      <dgm:spPr/>
      <dgm:t>
        <a:bodyPr/>
        <a:lstStyle/>
        <a:p>
          <a:endParaRPr lang="en-US"/>
        </a:p>
      </dgm:t>
    </dgm:pt>
    <dgm:pt modelId="{38E710A4-B362-4A57-A29D-F9784C4B2B0F}" type="sibTrans" cxnId="{4831A768-C6E4-4A7B-8431-433447CAD1C7}">
      <dgm:prSet/>
      <dgm:spPr/>
      <dgm:t>
        <a:bodyPr/>
        <a:lstStyle/>
        <a:p>
          <a:endParaRPr lang="en-US"/>
        </a:p>
      </dgm:t>
    </dgm:pt>
    <dgm:pt modelId="{A0ED6D7A-0777-433A-85CC-6823387CF4E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Reduce manual effort</a:t>
          </a:r>
        </a:p>
      </dgm:t>
    </dgm:pt>
    <dgm:pt modelId="{9C50D4B8-9D07-4286-AF0C-6470588FCEF5}" type="parTrans" cxnId="{C953C777-CC40-42BF-B1AE-8BCA481D3134}">
      <dgm:prSet/>
      <dgm:spPr/>
      <dgm:t>
        <a:bodyPr/>
        <a:lstStyle/>
        <a:p>
          <a:endParaRPr lang="en-US"/>
        </a:p>
      </dgm:t>
    </dgm:pt>
    <dgm:pt modelId="{8E7A7D91-F8A2-45D5-AEAC-D25AB6CF66ED}" type="sibTrans" cxnId="{C953C777-CC40-42BF-B1AE-8BCA481D3134}">
      <dgm:prSet/>
      <dgm:spPr/>
      <dgm:t>
        <a:bodyPr/>
        <a:lstStyle/>
        <a:p>
          <a:endParaRPr lang="en-US"/>
        </a:p>
      </dgm:t>
    </dgm:pt>
    <dgm:pt modelId="{AFE17A29-5F7E-4C0E-B38F-74E1EFF753F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Enable remote monitoring</a:t>
          </a:r>
        </a:p>
      </dgm:t>
    </dgm:pt>
    <dgm:pt modelId="{C9B8EDE3-DCF7-48A4-9503-1BB00A347047}" type="parTrans" cxnId="{F41983C6-7B85-42FB-9375-D2F2C0F33CA1}">
      <dgm:prSet/>
      <dgm:spPr/>
      <dgm:t>
        <a:bodyPr/>
        <a:lstStyle/>
        <a:p>
          <a:endParaRPr lang="en-US"/>
        </a:p>
      </dgm:t>
    </dgm:pt>
    <dgm:pt modelId="{CB218A07-3940-4418-971C-C7BB0C790742}" type="sibTrans" cxnId="{F41983C6-7B85-42FB-9375-D2F2C0F33CA1}">
      <dgm:prSet/>
      <dgm:spPr/>
      <dgm:t>
        <a:bodyPr/>
        <a:lstStyle/>
        <a:p>
          <a:endParaRPr lang="en-US"/>
        </a:p>
      </dgm:t>
    </dgm:pt>
    <dgm:pt modelId="{9C45368D-5181-4686-A186-37EACC5550F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Provide time-based automation</a:t>
          </a:r>
        </a:p>
      </dgm:t>
    </dgm:pt>
    <dgm:pt modelId="{83DFBA3B-25E4-4E07-904E-6BDF16167101}" type="parTrans" cxnId="{3DECD5B5-CB64-4FB8-864F-85AC852779E2}">
      <dgm:prSet/>
      <dgm:spPr/>
      <dgm:t>
        <a:bodyPr/>
        <a:lstStyle/>
        <a:p>
          <a:endParaRPr lang="en-US"/>
        </a:p>
      </dgm:t>
    </dgm:pt>
    <dgm:pt modelId="{9B487A78-EAF4-43A7-BE76-EEC2F0A6D83B}" type="sibTrans" cxnId="{3DECD5B5-CB64-4FB8-864F-85AC852779E2}">
      <dgm:prSet/>
      <dgm:spPr/>
      <dgm:t>
        <a:bodyPr/>
        <a:lstStyle/>
        <a:p>
          <a:endParaRPr lang="en-US"/>
        </a:p>
      </dgm:t>
    </dgm:pt>
    <dgm:pt modelId="{0DC03476-1478-4C7B-86AC-1366A2F85416}" type="pres">
      <dgm:prSet presAssocID="{F6E386F6-D711-48F8-B245-ACA9DFF42112}" presName="vert0" presStyleCnt="0">
        <dgm:presLayoutVars>
          <dgm:dir/>
          <dgm:animOne val="branch"/>
          <dgm:animLvl val="lvl"/>
        </dgm:presLayoutVars>
      </dgm:prSet>
      <dgm:spPr/>
    </dgm:pt>
    <dgm:pt modelId="{431F9F80-A90C-4319-B43F-24E7764C9168}" type="pres">
      <dgm:prSet presAssocID="{8A7CC60E-0816-4E65-B6E6-723564BAB6ED}" presName="thickLine" presStyleLbl="alignNode1" presStyleIdx="0" presStyleCnt="4"/>
      <dgm:spPr/>
    </dgm:pt>
    <dgm:pt modelId="{79A6C79B-6BA2-418B-B86E-0A08D8489FB2}" type="pres">
      <dgm:prSet presAssocID="{8A7CC60E-0816-4E65-B6E6-723564BAB6ED}" presName="horz1" presStyleCnt="0"/>
      <dgm:spPr/>
    </dgm:pt>
    <dgm:pt modelId="{878B41CA-1912-46E6-BC58-42FAB24BA757}" type="pres">
      <dgm:prSet presAssocID="{8A7CC60E-0816-4E65-B6E6-723564BAB6ED}" presName="tx1" presStyleLbl="revTx" presStyleIdx="0" presStyleCnt="4"/>
      <dgm:spPr/>
    </dgm:pt>
    <dgm:pt modelId="{823B66BB-D73F-47FD-9CD4-4CED2F422EA6}" type="pres">
      <dgm:prSet presAssocID="{8A7CC60E-0816-4E65-B6E6-723564BAB6ED}" presName="vert1" presStyleCnt="0"/>
      <dgm:spPr/>
    </dgm:pt>
    <dgm:pt modelId="{FD337936-52CA-42F9-800A-F182BF0E1027}" type="pres">
      <dgm:prSet presAssocID="{A0ED6D7A-0777-433A-85CC-6823387CF4EB}" presName="thickLine" presStyleLbl="alignNode1" presStyleIdx="1" presStyleCnt="4"/>
      <dgm:spPr/>
    </dgm:pt>
    <dgm:pt modelId="{011BD468-E6C7-446D-8C8B-CE69E2E9A464}" type="pres">
      <dgm:prSet presAssocID="{A0ED6D7A-0777-433A-85CC-6823387CF4EB}" presName="horz1" presStyleCnt="0"/>
      <dgm:spPr/>
    </dgm:pt>
    <dgm:pt modelId="{F84249B3-1741-47B5-B8AE-8AAA205B60B9}" type="pres">
      <dgm:prSet presAssocID="{A0ED6D7A-0777-433A-85CC-6823387CF4EB}" presName="tx1" presStyleLbl="revTx" presStyleIdx="1" presStyleCnt="4"/>
      <dgm:spPr/>
    </dgm:pt>
    <dgm:pt modelId="{64C77FCA-FB50-4E58-B9F4-C41F943C2DED}" type="pres">
      <dgm:prSet presAssocID="{A0ED6D7A-0777-433A-85CC-6823387CF4EB}" presName="vert1" presStyleCnt="0"/>
      <dgm:spPr/>
    </dgm:pt>
    <dgm:pt modelId="{C671A741-1A26-4429-9171-8244A2CFA9B1}" type="pres">
      <dgm:prSet presAssocID="{AFE17A29-5F7E-4C0E-B38F-74E1EFF753F0}" presName="thickLine" presStyleLbl="alignNode1" presStyleIdx="2" presStyleCnt="4"/>
      <dgm:spPr/>
    </dgm:pt>
    <dgm:pt modelId="{88B3BF9D-D7CD-4724-B8D1-F29153B5647B}" type="pres">
      <dgm:prSet presAssocID="{AFE17A29-5F7E-4C0E-B38F-74E1EFF753F0}" presName="horz1" presStyleCnt="0"/>
      <dgm:spPr/>
    </dgm:pt>
    <dgm:pt modelId="{45E03267-C5F2-4574-A0F7-C39B36DB41DE}" type="pres">
      <dgm:prSet presAssocID="{AFE17A29-5F7E-4C0E-B38F-74E1EFF753F0}" presName="tx1" presStyleLbl="revTx" presStyleIdx="2" presStyleCnt="4"/>
      <dgm:spPr/>
    </dgm:pt>
    <dgm:pt modelId="{0F79ABF3-13BA-49EE-B0AE-67E26D305745}" type="pres">
      <dgm:prSet presAssocID="{AFE17A29-5F7E-4C0E-B38F-74E1EFF753F0}" presName="vert1" presStyleCnt="0"/>
      <dgm:spPr/>
    </dgm:pt>
    <dgm:pt modelId="{C0D98AE9-600E-43FD-992E-9273EBD63DE8}" type="pres">
      <dgm:prSet presAssocID="{9C45368D-5181-4686-A186-37EACC5550FC}" presName="thickLine" presStyleLbl="alignNode1" presStyleIdx="3" presStyleCnt="4"/>
      <dgm:spPr/>
    </dgm:pt>
    <dgm:pt modelId="{C4B23E57-494E-42F9-AA50-F3060441BF6A}" type="pres">
      <dgm:prSet presAssocID="{9C45368D-5181-4686-A186-37EACC5550FC}" presName="horz1" presStyleCnt="0"/>
      <dgm:spPr/>
    </dgm:pt>
    <dgm:pt modelId="{778E429A-D38A-4A96-98D3-E4E6A3D85571}" type="pres">
      <dgm:prSet presAssocID="{9C45368D-5181-4686-A186-37EACC5550FC}" presName="tx1" presStyleLbl="revTx" presStyleIdx="3" presStyleCnt="4"/>
      <dgm:spPr/>
    </dgm:pt>
    <dgm:pt modelId="{C7CCFA4D-98F3-4A8D-8424-70B47EDAFF30}" type="pres">
      <dgm:prSet presAssocID="{9C45368D-5181-4686-A186-37EACC5550FC}" presName="vert1" presStyleCnt="0"/>
      <dgm:spPr/>
    </dgm:pt>
  </dgm:ptLst>
  <dgm:cxnLst>
    <dgm:cxn modelId="{4831A768-C6E4-4A7B-8431-433447CAD1C7}" srcId="{F6E386F6-D711-48F8-B245-ACA9DFF42112}" destId="{8A7CC60E-0816-4E65-B6E6-723564BAB6ED}" srcOrd="0" destOrd="0" parTransId="{56231EB4-9442-4577-99CA-4523A669021A}" sibTransId="{38E710A4-B362-4A57-A29D-F9784C4B2B0F}"/>
    <dgm:cxn modelId="{C953C777-CC40-42BF-B1AE-8BCA481D3134}" srcId="{F6E386F6-D711-48F8-B245-ACA9DFF42112}" destId="{A0ED6D7A-0777-433A-85CC-6823387CF4EB}" srcOrd="1" destOrd="0" parTransId="{9C50D4B8-9D07-4286-AF0C-6470588FCEF5}" sibTransId="{8E7A7D91-F8A2-45D5-AEAC-D25AB6CF66ED}"/>
    <dgm:cxn modelId="{C383E394-A168-489F-9A8A-2D181F086ACD}" type="presOf" srcId="{A0ED6D7A-0777-433A-85CC-6823387CF4EB}" destId="{F84249B3-1741-47B5-B8AE-8AAA205B60B9}" srcOrd="0" destOrd="0" presId="urn:microsoft.com/office/officeart/2008/layout/LinedList"/>
    <dgm:cxn modelId="{E081DFB3-4B02-43A5-8326-B2B9ADA0EA7E}" type="presOf" srcId="{8A7CC60E-0816-4E65-B6E6-723564BAB6ED}" destId="{878B41CA-1912-46E6-BC58-42FAB24BA757}" srcOrd="0" destOrd="0" presId="urn:microsoft.com/office/officeart/2008/layout/LinedList"/>
    <dgm:cxn modelId="{FBF817B4-B226-4778-8380-7BF7F27D9E86}" type="presOf" srcId="{F6E386F6-D711-48F8-B245-ACA9DFF42112}" destId="{0DC03476-1478-4C7B-86AC-1366A2F85416}" srcOrd="0" destOrd="0" presId="urn:microsoft.com/office/officeart/2008/layout/LinedList"/>
    <dgm:cxn modelId="{3DECD5B5-CB64-4FB8-864F-85AC852779E2}" srcId="{F6E386F6-D711-48F8-B245-ACA9DFF42112}" destId="{9C45368D-5181-4686-A186-37EACC5550FC}" srcOrd="3" destOrd="0" parTransId="{83DFBA3B-25E4-4E07-904E-6BDF16167101}" sibTransId="{9B487A78-EAF4-43A7-BE76-EEC2F0A6D83B}"/>
    <dgm:cxn modelId="{01A8DFBA-B00D-4B16-8148-EC6A5F6CFE04}" type="presOf" srcId="{9C45368D-5181-4686-A186-37EACC5550FC}" destId="{778E429A-D38A-4A96-98D3-E4E6A3D85571}" srcOrd="0" destOrd="0" presId="urn:microsoft.com/office/officeart/2008/layout/LinedList"/>
    <dgm:cxn modelId="{F41983C6-7B85-42FB-9375-D2F2C0F33CA1}" srcId="{F6E386F6-D711-48F8-B245-ACA9DFF42112}" destId="{AFE17A29-5F7E-4C0E-B38F-74E1EFF753F0}" srcOrd="2" destOrd="0" parTransId="{C9B8EDE3-DCF7-48A4-9503-1BB00A347047}" sibTransId="{CB218A07-3940-4418-971C-C7BB0C790742}"/>
    <dgm:cxn modelId="{CE0B49D6-CB8A-4841-BB19-B723C91654C7}" type="presOf" srcId="{AFE17A29-5F7E-4C0E-B38F-74E1EFF753F0}" destId="{45E03267-C5F2-4574-A0F7-C39B36DB41DE}" srcOrd="0" destOrd="0" presId="urn:microsoft.com/office/officeart/2008/layout/LinedList"/>
    <dgm:cxn modelId="{7D12516C-4C29-4226-ADFB-58D5D3EA3966}" type="presParOf" srcId="{0DC03476-1478-4C7B-86AC-1366A2F85416}" destId="{431F9F80-A90C-4319-B43F-24E7764C9168}" srcOrd="0" destOrd="0" presId="urn:microsoft.com/office/officeart/2008/layout/LinedList"/>
    <dgm:cxn modelId="{08AA0AD0-B248-4A07-A7A0-6E5009D17DE5}" type="presParOf" srcId="{0DC03476-1478-4C7B-86AC-1366A2F85416}" destId="{79A6C79B-6BA2-418B-B86E-0A08D8489FB2}" srcOrd="1" destOrd="0" presId="urn:microsoft.com/office/officeart/2008/layout/LinedList"/>
    <dgm:cxn modelId="{9A47DCC8-DD60-479B-A204-75E584D5A6E3}" type="presParOf" srcId="{79A6C79B-6BA2-418B-B86E-0A08D8489FB2}" destId="{878B41CA-1912-46E6-BC58-42FAB24BA757}" srcOrd="0" destOrd="0" presId="urn:microsoft.com/office/officeart/2008/layout/LinedList"/>
    <dgm:cxn modelId="{6208A5FF-2CCE-4320-8251-E2B1BCD9FE81}" type="presParOf" srcId="{79A6C79B-6BA2-418B-B86E-0A08D8489FB2}" destId="{823B66BB-D73F-47FD-9CD4-4CED2F422EA6}" srcOrd="1" destOrd="0" presId="urn:microsoft.com/office/officeart/2008/layout/LinedList"/>
    <dgm:cxn modelId="{1E010849-8F13-4CD1-8001-F4268CAE9D12}" type="presParOf" srcId="{0DC03476-1478-4C7B-86AC-1366A2F85416}" destId="{FD337936-52CA-42F9-800A-F182BF0E1027}" srcOrd="2" destOrd="0" presId="urn:microsoft.com/office/officeart/2008/layout/LinedList"/>
    <dgm:cxn modelId="{4CA8394F-6047-4639-8FBE-DF136ED54CED}" type="presParOf" srcId="{0DC03476-1478-4C7B-86AC-1366A2F85416}" destId="{011BD468-E6C7-446D-8C8B-CE69E2E9A464}" srcOrd="3" destOrd="0" presId="urn:microsoft.com/office/officeart/2008/layout/LinedList"/>
    <dgm:cxn modelId="{A3493C17-25DA-4F77-A4F7-6B51BD6DFD50}" type="presParOf" srcId="{011BD468-E6C7-446D-8C8B-CE69E2E9A464}" destId="{F84249B3-1741-47B5-B8AE-8AAA205B60B9}" srcOrd="0" destOrd="0" presId="urn:microsoft.com/office/officeart/2008/layout/LinedList"/>
    <dgm:cxn modelId="{2A5E4DAE-4AA6-4E9F-B62F-679014BE18D9}" type="presParOf" srcId="{011BD468-E6C7-446D-8C8B-CE69E2E9A464}" destId="{64C77FCA-FB50-4E58-B9F4-C41F943C2DED}" srcOrd="1" destOrd="0" presId="urn:microsoft.com/office/officeart/2008/layout/LinedList"/>
    <dgm:cxn modelId="{201ABA0A-950B-4020-99B7-8344F9F67959}" type="presParOf" srcId="{0DC03476-1478-4C7B-86AC-1366A2F85416}" destId="{C671A741-1A26-4429-9171-8244A2CFA9B1}" srcOrd="4" destOrd="0" presId="urn:microsoft.com/office/officeart/2008/layout/LinedList"/>
    <dgm:cxn modelId="{E6BFFB5C-D87D-455C-ADE3-4B878F000BCE}" type="presParOf" srcId="{0DC03476-1478-4C7B-86AC-1366A2F85416}" destId="{88B3BF9D-D7CD-4724-B8D1-F29153B5647B}" srcOrd="5" destOrd="0" presId="urn:microsoft.com/office/officeart/2008/layout/LinedList"/>
    <dgm:cxn modelId="{408798BC-26B5-430E-86AF-AB34F50D326E}" type="presParOf" srcId="{88B3BF9D-D7CD-4724-B8D1-F29153B5647B}" destId="{45E03267-C5F2-4574-A0F7-C39B36DB41DE}" srcOrd="0" destOrd="0" presId="urn:microsoft.com/office/officeart/2008/layout/LinedList"/>
    <dgm:cxn modelId="{C3EFFF75-B19F-4BCE-A48D-A1BE753CA612}" type="presParOf" srcId="{88B3BF9D-D7CD-4724-B8D1-F29153B5647B}" destId="{0F79ABF3-13BA-49EE-B0AE-67E26D305745}" srcOrd="1" destOrd="0" presId="urn:microsoft.com/office/officeart/2008/layout/LinedList"/>
    <dgm:cxn modelId="{D1BB849C-E0D8-4DE3-A8DA-C366D007A03C}" type="presParOf" srcId="{0DC03476-1478-4C7B-86AC-1366A2F85416}" destId="{C0D98AE9-600E-43FD-992E-9273EBD63DE8}" srcOrd="6" destOrd="0" presId="urn:microsoft.com/office/officeart/2008/layout/LinedList"/>
    <dgm:cxn modelId="{665F43AF-42F2-417E-91B3-48FB146E9E7C}" type="presParOf" srcId="{0DC03476-1478-4C7B-86AC-1366A2F85416}" destId="{C4B23E57-494E-42F9-AA50-F3060441BF6A}" srcOrd="7" destOrd="0" presId="urn:microsoft.com/office/officeart/2008/layout/LinedList"/>
    <dgm:cxn modelId="{81D385F9-DDB3-4BD6-A992-3BC3BE7B00C1}" type="presParOf" srcId="{C4B23E57-494E-42F9-AA50-F3060441BF6A}" destId="{778E429A-D38A-4A96-98D3-E4E6A3D85571}" srcOrd="0" destOrd="0" presId="urn:microsoft.com/office/officeart/2008/layout/LinedList"/>
    <dgm:cxn modelId="{E6542021-7193-41BA-B68B-B8CD902FA33B}" type="presParOf" srcId="{C4B23E57-494E-42F9-AA50-F3060441BF6A}" destId="{C7CCFA4D-98F3-4A8D-8424-70B47EDAFF3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41AEDE-B223-4855-B706-59580B7B47D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68D4B6A6-8579-4AA1-B608-DCAC472003A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ESP32 Microcontroller</a:t>
          </a:r>
        </a:p>
      </dgm:t>
    </dgm:pt>
    <dgm:pt modelId="{6072D7C7-086C-4227-8A68-11DBC79A7C69}" type="parTrans" cxnId="{CD32824B-2F3E-460B-AABC-6F1A858BB266}">
      <dgm:prSet/>
      <dgm:spPr/>
      <dgm:t>
        <a:bodyPr/>
        <a:lstStyle/>
        <a:p>
          <a:endParaRPr lang="en-US"/>
        </a:p>
      </dgm:t>
    </dgm:pt>
    <dgm:pt modelId="{0827D50D-2780-4CDE-86D3-2CD38877B890}" type="sibTrans" cxnId="{CD32824B-2F3E-460B-AABC-6F1A858BB266}">
      <dgm:prSet/>
      <dgm:spPr/>
      <dgm:t>
        <a:bodyPr/>
        <a:lstStyle/>
        <a:p>
          <a:endParaRPr lang="en-US"/>
        </a:p>
      </dgm:t>
    </dgm:pt>
    <dgm:pt modelId="{83B04E72-0389-4BB9-842D-D376219FEBF8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Aquarium Heater</a:t>
          </a:r>
        </a:p>
      </dgm:t>
    </dgm:pt>
    <dgm:pt modelId="{F4721B43-5FDB-4A1A-A0C0-1CC3A9E31FDA}" type="parTrans" cxnId="{131461E4-783B-49FB-9ACC-D2768B701323}">
      <dgm:prSet/>
      <dgm:spPr/>
      <dgm:t>
        <a:bodyPr/>
        <a:lstStyle/>
        <a:p>
          <a:endParaRPr lang="en-US"/>
        </a:p>
      </dgm:t>
    </dgm:pt>
    <dgm:pt modelId="{E3368C6F-CA79-4156-A677-F032BA2B9F5E}" type="sibTrans" cxnId="{131461E4-783B-49FB-9ACC-D2768B701323}">
      <dgm:prSet/>
      <dgm:spPr/>
      <dgm:t>
        <a:bodyPr/>
        <a:lstStyle/>
        <a:p>
          <a:endParaRPr lang="en-US"/>
        </a:p>
      </dgm:t>
    </dgm:pt>
    <dgm:pt modelId="{41034D91-34BA-48FC-B4F8-28B40563DBC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5V DC Water Pump</a:t>
          </a:r>
        </a:p>
      </dgm:t>
    </dgm:pt>
    <dgm:pt modelId="{FCBCF82C-5BD4-4F30-8990-CF6E40844E19}" type="parTrans" cxnId="{953D615D-87A1-442B-95FD-14BFC3144807}">
      <dgm:prSet/>
      <dgm:spPr/>
      <dgm:t>
        <a:bodyPr/>
        <a:lstStyle/>
        <a:p>
          <a:endParaRPr lang="en-US"/>
        </a:p>
      </dgm:t>
    </dgm:pt>
    <dgm:pt modelId="{E9E09CCA-4F15-4AE8-8A6D-FB0E799203C3}" type="sibTrans" cxnId="{953D615D-87A1-442B-95FD-14BFC3144807}">
      <dgm:prSet/>
      <dgm:spPr/>
      <dgm:t>
        <a:bodyPr/>
        <a:lstStyle/>
        <a:p>
          <a:endParaRPr lang="en-US"/>
        </a:p>
      </dgm:t>
    </dgm:pt>
    <dgm:pt modelId="{846C6933-A557-41F3-9E18-EA4D8A3086E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Servo Motor</a:t>
          </a:r>
        </a:p>
      </dgm:t>
    </dgm:pt>
    <dgm:pt modelId="{F2779FDE-FD7F-49F8-913A-6BCF8289B593}" type="parTrans" cxnId="{3296F1F3-6396-4C58-8BC6-8A5C2F42C2F8}">
      <dgm:prSet/>
      <dgm:spPr/>
      <dgm:t>
        <a:bodyPr/>
        <a:lstStyle/>
        <a:p>
          <a:endParaRPr lang="en-US"/>
        </a:p>
      </dgm:t>
    </dgm:pt>
    <dgm:pt modelId="{3AFCE26E-62F4-460C-A49B-F00E3A7EAD67}" type="sibTrans" cxnId="{3296F1F3-6396-4C58-8BC6-8A5C2F42C2F8}">
      <dgm:prSet/>
      <dgm:spPr/>
      <dgm:t>
        <a:bodyPr/>
        <a:lstStyle/>
        <a:p>
          <a:endParaRPr lang="en-US"/>
        </a:p>
      </dgm:t>
    </dgm:pt>
    <dgm:pt modelId="{E2CD6A65-61C3-4453-8D3F-B3407FAE17C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LEDs</a:t>
          </a:r>
        </a:p>
      </dgm:t>
    </dgm:pt>
    <dgm:pt modelId="{C340E095-8310-4037-9FB9-8ABDD6BCA01B}" type="parTrans" cxnId="{D77B52F4-CC7E-46D9-8455-231C4904B837}">
      <dgm:prSet/>
      <dgm:spPr/>
      <dgm:t>
        <a:bodyPr/>
        <a:lstStyle/>
        <a:p>
          <a:endParaRPr lang="en-US"/>
        </a:p>
      </dgm:t>
    </dgm:pt>
    <dgm:pt modelId="{0985F9EC-BEB0-4338-BCF1-1A2E578E6078}" type="sibTrans" cxnId="{D77B52F4-CC7E-46D9-8455-231C4904B837}">
      <dgm:prSet/>
      <dgm:spPr/>
      <dgm:t>
        <a:bodyPr/>
        <a:lstStyle/>
        <a:p>
          <a:endParaRPr lang="en-US"/>
        </a:p>
      </dgm:t>
    </dgm:pt>
    <dgm:pt modelId="{F4A408D7-6F75-4F10-B18B-55C04D5644E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RTC DS1302</a:t>
          </a:r>
        </a:p>
      </dgm:t>
    </dgm:pt>
    <dgm:pt modelId="{F35179EF-01C0-4206-A167-A48995636B3B}" type="parTrans" cxnId="{30F308CA-3A85-4733-81E9-71984EC9CF8C}">
      <dgm:prSet/>
      <dgm:spPr/>
      <dgm:t>
        <a:bodyPr/>
        <a:lstStyle/>
        <a:p>
          <a:endParaRPr lang="en-US"/>
        </a:p>
      </dgm:t>
    </dgm:pt>
    <dgm:pt modelId="{75758E77-D8C9-4159-983E-5B6F14D4A2F6}" type="sibTrans" cxnId="{30F308CA-3A85-4733-81E9-71984EC9CF8C}">
      <dgm:prSet/>
      <dgm:spPr/>
      <dgm:t>
        <a:bodyPr/>
        <a:lstStyle/>
        <a:p>
          <a:endParaRPr lang="en-US"/>
        </a:p>
      </dgm:t>
    </dgm:pt>
    <dgm:pt modelId="{9C1579B6-FAD8-45E2-A7C0-257947B6277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4-Channel Relay</a:t>
          </a:r>
        </a:p>
      </dgm:t>
    </dgm:pt>
    <dgm:pt modelId="{79C7F380-AD1F-46F5-9DA7-84BC6A532749}" type="parTrans" cxnId="{4D22DC93-3481-42DF-BE4C-932BF3821D0F}">
      <dgm:prSet/>
      <dgm:spPr/>
      <dgm:t>
        <a:bodyPr/>
        <a:lstStyle/>
        <a:p>
          <a:endParaRPr lang="en-US"/>
        </a:p>
      </dgm:t>
    </dgm:pt>
    <dgm:pt modelId="{1C5101E0-C6C2-404F-AC84-91DBEAA5BC6C}" type="sibTrans" cxnId="{4D22DC93-3481-42DF-BE4C-932BF3821D0F}">
      <dgm:prSet/>
      <dgm:spPr/>
      <dgm:t>
        <a:bodyPr/>
        <a:lstStyle/>
        <a:p>
          <a:endParaRPr lang="en-US"/>
        </a:p>
      </dgm:t>
    </dgm:pt>
    <dgm:pt modelId="{934E634C-7D32-4D91-9B95-6AB1F9890DAA}" type="pres">
      <dgm:prSet presAssocID="{1841AEDE-B223-4855-B706-59580B7B47DD}" presName="root" presStyleCnt="0">
        <dgm:presLayoutVars>
          <dgm:dir/>
          <dgm:resizeHandles val="exact"/>
        </dgm:presLayoutVars>
      </dgm:prSet>
      <dgm:spPr/>
    </dgm:pt>
    <dgm:pt modelId="{A3E8D603-8178-4E78-9014-67A469F13FDC}" type="pres">
      <dgm:prSet presAssocID="{1841AEDE-B223-4855-B706-59580B7B47DD}" presName="container" presStyleCnt="0">
        <dgm:presLayoutVars>
          <dgm:dir/>
          <dgm:resizeHandles val="exact"/>
        </dgm:presLayoutVars>
      </dgm:prSet>
      <dgm:spPr/>
    </dgm:pt>
    <dgm:pt modelId="{A83A880A-9FA7-4B5B-B08D-71C4A52E53D1}" type="pres">
      <dgm:prSet presAssocID="{68D4B6A6-8579-4AA1-B608-DCAC472003A1}" presName="compNode" presStyleCnt="0"/>
      <dgm:spPr/>
    </dgm:pt>
    <dgm:pt modelId="{EB14C3EA-967B-4A25-994A-CDA4B20F46E9}" type="pres">
      <dgm:prSet presAssocID="{68D4B6A6-8579-4AA1-B608-DCAC472003A1}" presName="iconBgRect" presStyleLbl="bgShp" presStyleIdx="0" presStyleCnt="7"/>
      <dgm:spPr/>
    </dgm:pt>
    <dgm:pt modelId="{D21506C8-139E-4684-A457-465588CD0ECD}" type="pres">
      <dgm:prSet presAssocID="{68D4B6A6-8579-4AA1-B608-DCAC472003A1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C7A838B-0324-470D-BAA5-73169A4FBF31}" type="pres">
      <dgm:prSet presAssocID="{68D4B6A6-8579-4AA1-B608-DCAC472003A1}" presName="spaceRect" presStyleCnt="0"/>
      <dgm:spPr/>
    </dgm:pt>
    <dgm:pt modelId="{8BE41388-F8A2-4586-85D9-5D3ADAF0CB72}" type="pres">
      <dgm:prSet presAssocID="{68D4B6A6-8579-4AA1-B608-DCAC472003A1}" presName="textRect" presStyleLbl="revTx" presStyleIdx="0" presStyleCnt="7">
        <dgm:presLayoutVars>
          <dgm:chMax val="1"/>
          <dgm:chPref val="1"/>
        </dgm:presLayoutVars>
      </dgm:prSet>
      <dgm:spPr/>
    </dgm:pt>
    <dgm:pt modelId="{202BB94C-FA21-4950-ACFC-634454E4E546}" type="pres">
      <dgm:prSet presAssocID="{0827D50D-2780-4CDE-86D3-2CD38877B890}" presName="sibTrans" presStyleLbl="sibTrans2D1" presStyleIdx="0" presStyleCnt="0"/>
      <dgm:spPr/>
    </dgm:pt>
    <dgm:pt modelId="{79FF9D6F-4BB8-4736-ABFA-1A834040141D}" type="pres">
      <dgm:prSet presAssocID="{83B04E72-0389-4BB9-842D-D376219FEBF8}" presName="compNode" presStyleCnt="0"/>
      <dgm:spPr/>
    </dgm:pt>
    <dgm:pt modelId="{FF9B0996-2ACA-4944-912C-CF9794E9DD3F}" type="pres">
      <dgm:prSet presAssocID="{83B04E72-0389-4BB9-842D-D376219FEBF8}" presName="iconBgRect" presStyleLbl="bgShp" presStyleIdx="1" presStyleCnt="7"/>
      <dgm:spPr/>
    </dgm:pt>
    <dgm:pt modelId="{49EE5529-47EB-48E6-BB7F-A5F5DAA09B2B}" type="pres">
      <dgm:prSet presAssocID="{83B04E72-0389-4BB9-842D-D376219FEBF8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shbowl"/>
        </a:ext>
      </dgm:extLst>
    </dgm:pt>
    <dgm:pt modelId="{B5758D27-E4C7-4095-9B4A-A17D73681803}" type="pres">
      <dgm:prSet presAssocID="{83B04E72-0389-4BB9-842D-D376219FEBF8}" presName="spaceRect" presStyleCnt="0"/>
      <dgm:spPr/>
    </dgm:pt>
    <dgm:pt modelId="{7ED45E90-B10D-46E1-B0C8-821E358087F3}" type="pres">
      <dgm:prSet presAssocID="{83B04E72-0389-4BB9-842D-D376219FEBF8}" presName="textRect" presStyleLbl="revTx" presStyleIdx="1" presStyleCnt="7">
        <dgm:presLayoutVars>
          <dgm:chMax val="1"/>
          <dgm:chPref val="1"/>
        </dgm:presLayoutVars>
      </dgm:prSet>
      <dgm:spPr/>
    </dgm:pt>
    <dgm:pt modelId="{F5A5CA8D-5891-40DB-8FB7-A4FD67B7CA35}" type="pres">
      <dgm:prSet presAssocID="{E3368C6F-CA79-4156-A677-F032BA2B9F5E}" presName="sibTrans" presStyleLbl="sibTrans2D1" presStyleIdx="0" presStyleCnt="0"/>
      <dgm:spPr/>
    </dgm:pt>
    <dgm:pt modelId="{73A2F870-67F0-490E-B4F0-C018B705CB58}" type="pres">
      <dgm:prSet presAssocID="{41034D91-34BA-48FC-B4F8-28B40563DBCA}" presName="compNode" presStyleCnt="0"/>
      <dgm:spPr/>
    </dgm:pt>
    <dgm:pt modelId="{02135A35-B5E3-4571-A5E5-059FEEB8918A}" type="pres">
      <dgm:prSet presAssocID="{41034D91-34BA-48FC-B4F8-28B40563DBCA}" presName="iconBgRect" presStyleLbl="bgShp" presStyleIdx="2" presStyleCnt="7"/>
      <dgm:spPr/>
    </dgm:pt>
    <dgm:pt modelId="{F545752C-87A9-4D17-A273-B1E7D52DCF93}" type="pres">
      <dgm:prSet presAssocID="{41034D91-34BA-48FC-B4F8-28B40563DBCA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6864EECF-1BB0-42B5-8AEA-ED7767683F96}" type="pres">
      <dgm:prSet presAssocID="{41034D91-34BA-48FC-B4F8-28B40563DBCA}" presName="spaceRect" presStyleCnt="0"/>
      <dgm:spPr/>
    </dgm:pt>
    <dgm:pt modelId="{8625E7B4-D858-4FC1-B533-BF199EBDD009}" type="pres">
      <dgm:prSet presAssocID="{41034D91-34BA-48FC-B4F8-28B40563DBCA}" presName="textRect" presStyleLbl="revTx" presStyleIdx="2" presStyleCnt="7">
        <dgm:presLayoutVars>
          <dgm:chMax val="1"/>
          <dgm:chPref val="1"/>
        </dgm:presLayoutVars>
      </dgm:prSet>
      <dgm:spPr/>
    </dgm:pt>
    <dgm:pt modelId="{746C84D8-DD6F-4569-98B5-79DA674B995D}" type="pres">
      <dgm:prSet presAssocID="{E9E09CCA-4F15-4AE8-8A6D-FB0E799203C3}" presName="sibTrans" presStyleLbl="sibTrans2D1" presStyleIdx="0" presStyleCnt="0"/>
      <dgm:spPr/>
    </dgm:pt>
    <dgm:pt modelId="{82A42456-24AF-49CA-8484-50042AAE4564}" type="pres">
      <dgm:prSet presAssocID="{846C6933-A557-41F3-9E18-EA4D8A3086E9}" presName="compNode" presStyleCnt="0"/>
      <dgm:spPr/>
    </dgm:pt>
    <dgm:pt modelId="{3AD95E5B-7D1D-401F-9ECC-A6A7DF0DD492}" type="pres">
      <dgm:prSet presAssocID="{846C6933-A557-41F3-9E18-EA4D8A3086E9}" presName="iconBgRect" presStyleLbl="bgShp" presStyleIdx="3" presStyleCnt="7"/>
      <dgm:spPr/>
    </dgm:pt>
    <dgm:pt modelId="{F3DD1B26-0524-4D67-915E-7CB0B92775FF}" type="pres">
      <dgm:prSet presAssocID="{846C6933-A557-41F3-9E18-EA4D8A3086E9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091BFF0-59DE-487E-B2FF-4AFA57F57900}" type="pres">
      <dgm:prSet presAssocID="{846C6933-A557-41F3-9E18-EA4D8A3086E9}" presName="spaceRect" presStyleCnt="0"/>
      <dgm:spPr/>
    </dgm:pt>
    <dgm:pt modelId="{2705A022-FEAA-4240-BC2E-190CFA827AB9}" type="pres">
      <dgm:prSet presAssocID="{846C6933-A557-41F3-9E18-EA4D8A3086E9}" presName="textRect" presStyleLbl="revTx" presStyleIdx="3" presStyleCnt="7">
        <dgm:presLayoutVars>
          <dgm:chMax val="1"/>
          <dgm:chPref val="1"/>
        </dgm:presLayoutVars>
      </dgm:prSet>
      <dgm:spPr/>
    </dgm:pt>
    <dgm:pt modelId="{96E47552-1D20-4778-994F-D10F5D0A0289}" type="pres">
      <dgm:prSet presAssocID="{3AFCE26E-62F4-460C-A49B-F00E3A7EAD67}" presName="sibTrans" presStyleLbl="sibTrans2D1" presStyleIdx="0" presStyleCnt="0"/>
      <dgm:spPr/>
    </dgm:pt>
    <dgm:pt modelId="{9F69F38A-FE84-4ACE-92B8-E211E6919779}" type="pres">
      <dgm:prSet presAssocID="{E2CD6A65-61C3-4453-8D3F-B3407FAE17C1}" presName="compNode" presStyleCnt="0"/>
      <dgm:spPr/>
    </dgm:pt>
    <dgm:pt modelId="{A0B41792-6F49-408D-8F31-C04E19791787}" type="pres">
      <dgm:prSet presAssocID="{E2CD6A65-61C3-4453-8D3F-B3407FAE17C1}" presName="iconBgRect" presStyleLbl="bgShp" presStyleIdx="4" presStyleCnt="7"/>
      <dgm:spPr/>
    </dgm:pt>
    <dgm:pt modelId="{5BDB9B4F-B4BC-4605-BB94-A02AA44D4421}" type="pres">
      <dgm:prSet presAssocID="{E2CD6A65-61C3-4453-8D3F-B3407FAE17C1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79FF033-30AA-4529-B832-2812651650FF}" type="pres">
      <dgm:prSet presAssocID="{E2CD6A65-61C3-4453-8D3F-B3407FAE17C1}" presName="spaceRect" presStyleCnt="0"/>
      <dgm:spPr/>
    </dgm:pt>
    <dgm:pt modelId="{FF02BAB8-245A-480E-AFCB-9E6CACC0EBE6}" type="pres">
      <dgm:prSet presAssocID="{E2CD6A65-61C3-4453-8D3F-B3407FAE17C1}" presName="textRect" presStyleLbl="revTx" presStyleIdx="4" presStyleCnt="7">
        <dgm:presLayoutVars>
          <dgm:chMax val="1"/>
          <dgm:chPref val="1"/>
        </dgm:presLayoutVars>
      </dgm:prSet>
      <dgm:spPr/>
    </dgm:pt>
    <dgm:pt modelId="{952D358E-7502-49AF-9702-3B083A970A90}" type="pres">
      <dgm:prSet presAssocID="{0985F9EC-BEB0-4338-BCF1-1A2E578E6078}" presName="sibTrans" presStyleLbl="sibTrans2D1" presStyleIdx="0" presStyleCnt="0"/>
      <dgm:spPr/>
    </dgm:pt>
    <dgm:pt modelId="{CF4030A5-4FB8-47D7-A415-1F832CBB57D9}" type="pres">
      <dgm:prSet presAssocID="{F4A408D7-6F75-4F10-B18B-55C04D5644E3}" presName="compNode" presStyleCnt="0"/>
      <dgm:spPr/>
    </dgm:pt>
    <dgm:pt modelId="{8A4F502E-E8D3-4DF6-A9F7-E7689EBF0C01}" type="pres">
      <dgm:prSet presAssocID="{F4A408D7-6F75-4F10-B18B-55C04D5644E3}" presName="iconBgRect" presStyleLbl="bgShp" presStyleIdx="5" presStyleCnt="7"/>
      <dgm:spPr/>
    </dgm:pt>
    <dgm:pt modelId="{0FC46D54-8A1A-400D-8EA5-75976F1A49B8}" type="pres">
      <dgm:prSet presAssocID="{F4A408D7-6F75-4F10-B18B-55C04D5644E3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4EB20F29-DAED-450C-82F4-AD63A90BC65C}" type="pres">
      <dgm:prSet presAssocID="{F4A408D7-6F75-4F10-B18B-55C04D5644E3}" presName="spaceRect" presStyleCnt="0"/>
      <dgm:spPr/>
    </dgm:pt>
    <dgm:pt modelId="{5024489F-F03B-4917-AB1A-4573594003E0}" type="pres">
      <dgm:prSet presAssocID="{F4A408D7-6F75-4F10-B18B-55C04D5644E3}" presName="textRect" presStyleLbl="revTx" presStyleIdx="5" presStyleCnt="7">
        <dgm:presLayoutVars>
          <dgm:chMax val="1"/>
          <dgm:chPref val="1"/>
        </dgm:presLayoutVars>
      </dgm:prSet>
      <dgm:spPr/>
    </dgm:pt>
    <dgm:pt modelId="{E6D8C4AA-D82A-4D07-8EC5-E76599E130C8}" type="pres">
      <dgm:prSet presAssocID="{75758E77-D8C9-4159-983E-5B6F14D4A2F6}" presName="sibTrans" presStyleLbl="sibTrans2D1" presStyleIdx="0" presStyleCnt="0"/>
      <dgm:spPr/>
    </dgm:pt>
    <dgm:pt modelId="{5AA826B4-C7ED-4FE2-9514-EB455791DEE2}" type="pres">
      <dgm:prSet presAssocID="{9C1579B6-FAD8-45E2-A7C0-257947B6277C}" presName="compNode" presStyleCnt="0"/>
      <dgm:spPr/>
    </dgm:pt>
    <dgm:pt modelId="{BDFA1286-222D-4CE7-BD6E-320327377450}" type="pres">
      <dgm:prSet presAssocID="{9C1579B6-FAD8-45E2-A7C0-257947B6277C}" presName="iconBgRect" presStyleLbl="bgShp" presStyleIdx="6" presStyleCnt="7"/>
      <dgm:spPr/>
    </dgm:pt>
    <dgm:pt modelId="{2F985879-7B9A-4EBF-B586-72AAF882AAF2}" type="pres">
      <dgm:prSet presAssocID="{9C1579B6-FAD8-45E2-A7C0-257947B6277C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945C269B-0395-4F82-8BCF-92DFC813CCFB}" type="pres">
      <dgm:prSet presAssocID="{9C1579B6-FAD8-45E2-A7C0-257947B6277C}" presName="spaceRect" presStyleCnt="0"/>
      <dgm:spPr/>
    </dgm:pt>
    <dgm:pt modelId="{5596CBE8-C625-4911-980D-5867020C3A4D}" type="pres">
      <dgm:prSet presAssocID="{9C1579B6-FAD8-45E2-A7C0-257947B6277C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0AF45E29-6363-4163-9194-CA13F6D02E15}" type="presOf" srcId="{E2CD6A65-61C3-4453-8D3F-B3407FAE17C1}" destId="{FF02BAB8-245A-480E-AFCB-9E6CACC0EBE6}" srcOrd="0" destOrd="0" presId="urn:microsoft.com/office/officeart/2018/2/layout/IconCircleList"/>
    <dgm:cxn modelId="{953D615D-87A1-442B-95FD-14BFC3144807}" srcId="{1841AEDE-B223-4855-B706-59580B7B47DD}" destId="{41034D91-34BA-48FC-B4F8-28B40563DBCA}" srcOrd="2" destOrd="0" parTransId="{FCBCF82C-5BD4-4F30-8990-CF6E40844E19}" sibTransId="{E9E09CCA-4F15-4AE8-8A6D-FB0E799203C3}"/>
    <dgm:cxn modelId="{034B6542-1DA3-455D-87F8-586242FD5F57}" type="presOf" srcId="{3AFCE26E-62F4-460C-A49B-F00E3A7EAD67}" destId="{96E47552-1D20-4778-994F-D10F5D0A0289}" srcOrd="0" destOrd="0" presId="urn:microsoft.com/office/officeart/2018/2/layout/IconCircleList"/>
    <dgm:cxn modelId="{CD32824B-2F3E-460B-AABC-6F1A858BB266}" srcId="{1841AEDE-B223-4855-B706-59580B7B47DD}" destId="{68D4B6A6-8579-4AA1-B608-DCAC472003A1}" srcOrd="0" destOrd="0" parTransId="{6072D7C7-086C-4227-8A68-11DBC79A7C69}" sibTransId="{0827D50D-2780-4CDE-86D3-2CD38877B890}"/>
    <dgm:cxn modelId="{76AC996F-8344-48AE-9139-AB2B18D98A7B}" type="presOf" srcId="{83B04E72-0389-4BB9-842D-D376219FEBF8}" destId="{7ED45E90-B10D-46E1-B0C8-821E358087F3}" srcOrd="0" destOrd="0" presId="urn:microsoft.com/office/officeart/2018/2/layout/IconCircleList"/>
    <dgm:cxn modelId="{F2DA7D54-9FC3-4112-BD77-90F244996660}" type="presOf" srcId="{41034D91-34BA-48FC-B4F8-28B40563DBCA}" destId="{8625E7B4-D858-4FC1-B533-BF199EBDD009}" srcOrd="0" destOrd="0" presId="urn:microsoft.com/office/officeart/2018/2/layout/IconCircleList"/>
    <dgm:cxn modelId="{9CABAB54-0F3C-44B0-AAB1-B868E49DFCB8}" type="presOf" srcId="{E3368C6F-CA79-4156-A677-F032BA2B9F5E}" destId="{F5A5CA8D-5891-40DB-8FB7-A4FD67B7CA35}" srcOrd="0" destOrd="0" presId="urn:microsoft.com/office/officeart/2018/2/layout/IconCircleList"/>
    <dgm:cxn modelId="{38B43F56-0980-4C85-913A-8005D19B84BC}" type="presOf" srcId="{E9E09CCA-4F15-4AE8-8A6D-FB0E799203C3}" destId="{746C84D8-DD6F-4569-98B5-79DA674B995D}" srcOrd="0" destOrd="0" presId="urn:microsoft.com/office/officeart/2018/2/layout/IconCircleList"/>
    <dgm:cxn modelId="{D774A477-51A3-4DBE-ACE8-6F667A76B8A9}" type="presOf" srcId="{846C6933-A557-41F3-9E18-EA4D8A3086E9}" destId="{2705A022-FEAA-4240-BC2E-190CFA827AB9}" srcOrd="0" destOrd="0" presId="urn:microsoft.com/office/officeart/2018/2/layout/IconCircleList"/>
    <dgm:cxn modelId="{740A5388-56C2-46DD-A1B1-828083E33649}" type="presOf" srcId="{1841AEDE-B223-4855-B706-59580B7B47DD}" destId="{934E634C-7D32-4D91-9B95-6AB1F9890DAA}" srcOrd="0" destOrd="0" presId="urn:microsoft.com/office/officeart/2018/2/layout/IconCircleList"/>
    <dgm:cxn modelId="{4D22DC93-3481-42DF-BE4C-932BF3821D0F}" srcId="{1841AEDE-B223-4855-B706-59580B7B47DD}" destId="{9C1579B6-FAD8-45E2-A7C0-257947B6277C}" srcOrd="6" destOrd="0" parTransId="{79C7F380-AD1F-46F5-9DA7-84BC6A532749}" sibTransId="{1C5101E0-C6C2-404F-AC84-91DBEAA5BC6C}"/>
    <dgm:cxn modelId="{89D3769B-5E13-47F4-9751-9D87A9A47688}" type="presOf" srcId="{75758E77-D8C9-4159-983E-5B6F14D4A2F6}" destId="{E6D8C4AA-D82A-4D07-8EC5-E76599E130C8}" srcOrd="0" destOrd="0" presId="urn:microsoft.com/office/officeart/2018/2/layout/IconCircleList"/>
    <dgm:cxn modelId="{E5E46AA3-66D1-448A-83D9-87C672DFFD5E}" type="presOf" srcId="{68D4B6A6-8579-4AA1-B608-DCAC472003A1}" destId="{8BE41388-F8A2-4586-85D9-5D3ADAF0CB72}" srcOrd="0" destOrd="0" presId="urn:microsoft.com/office/officeart/2018/2/layout/IconCircleList"/>
    <dgm:cxn modelId="{2D0FF9AA-8442-42BF-B9B5-B063D1725B73}" type="presOf" srcId="{0827D50D-2780-4CDE-86D3-2CD38877B890}" destId="{202BB94C-FA21-4950-ACFC-634454E4E546}" srcOrd="0" destOrd="0" presId="urn:microsoft.com/office/officeart/2018/2/layout/IconCircleList"/>
    <dgm:cxn modelId="{977A78C5-82B4-4EC3-AD09-75743D97182A}" type="presOf" srcId="{9C1579B6-FAD8-45E2-A7C0-257947B6277C}" destId="{5596CBE8-C625-4911-980D-5867020C3A4D}" srcOrd="0" destOrd="0" presId="urn:microsoft.com/office/officeart/2018/2/layout/IconCircleList"/>
    <dgm:cxn modelId="{30F308CA-3A85-4733-81E9-71984EC9CF8C}" srcId="{1841AEDE-B223-4855-B706-59580B7B47DD}" destId="{F4A408D7-6F75-4F10-B18B-55C04D5644E3}" srcOrd="5" destOrd="0" parTransId="{F35179EF-01C0-4206-A167-A48995636B3B}" sibTransId="{75758E77-D8C9-4159-983E-5B6F14D4A2F6}"/>
    <dgm:cxn modelId="{322201D3-25FD-4463-B3CC-8DE7D0A5C02C}" type="presOf" srcId="{F4A408D7-6F75-4F10-B18B-55C04D5644E3}" destId="{5024489F-F03B-4917-AB1A-4573594003E0}" srcOrd="0" destOrd="0" presId="urn:microsoft.com/office/officeart/2018/2/layout/IconCircleList"/>
    <dgm:cxn modelId="{131461E4-783B-49FB-9ACC-D2768B701323}" srcId="{1841AEDE-B223-4855-B706-59580B7B47DD}" destId="{83B04E72-0389-4BB9-842D-D376219FEBF8}" srcOrd="1" destOrd="0" parTransId="{F4721B43-5FDB-4A1A-A0C0-1CC3A9E31FDA}" sibTransId="{E3368C6F-CA79-4156-A677-F032BA2B9F5E}"/>
    <dgm:cxn modelId="{3296F1F3-6396-4C58-8BC6-8A5C2F42C2F8}" srcId="{1841AEDE-B223-4855-B706-59580B7B47DD}" destId="{846C6933-A557-41F3-9E18-EA4D8A3086E9}" srcOrd="3" destOrd="0" parTransId="{F2779FDE-FD7F-49F8-913A-6BCF8289B593}" sibTransId="{3AFCE26E-62F4-460C-A49B-F00E3A7EAD67}"/>
    <dgm:cxn modelId="{D77B52F4-CC7E-46D9-8455-231C4904B837}" srcId="{1841AEDE-B223-4855-B706-59580B7B47DD}" destId="{E2CD6A65-61C3-4453-8D3F-B3407FAE17C1}" srcOrd="4" destOrd="0" parTransId="{C340E095-8310-4037-9FB9-8ABDD6BCA01B}" sibTransId="{0985F9EC-BEB0-4338-BCF1-1A2E578E6078}"/>
    <dgm:cxn modelId="{234E5BFE-0DCC-4A55-9BAB-87CC7B7E0F39}" type="presOf" srcId="{0985F9EC-BEB0-4338-BCF1-1A2E578E6078}" destId="{952D358E-7502-49AF-9702-3B083A970A90}" srcOrd="0" destOrd="0" presId="urn:microsoft.com/office/officeart/2018/2/layout/IconCircleList"/>
    <dgm:cxn modelId="{DF1D141D-716A-4FEE-9632-2A5EF0764CE8}" type="presParOf" srcId="{934E634C-7D32-4D91-9B95-6AB1F9890DAA}" destId="{A3E8D603-8178-4E78-9014-67A469F13FDC}" srcOrd="0" destOrd="0" presId="urn:microsoft.com/office/officeart/2018/2/layout/IconCircleList"/>
    <dgm:cxn modelId="{443C55C0-7E39-4D00-B193-01114C1624F3}" type="presParOf" srcId="{A3E8D603-8178-4E78-9014-67A469F13FDC}" destId="{A83A880A-9FA7-4B5B-B08D-71C4A52E53D1}" srcOrd="0" destOrd="0" presId="urn:microsoft.com/office/officeart/2018/2/layout/IconCircleList"/>
    <dgm:cxn modelId="{15E13828-F743-460D-BAE8-71CECA50691F}" type="presParOf" srcId="{A83A880A-9FA7-4B5B-B08D-71C4A52E53D1}" destId="{EB14C3EA-967B-4A25-994A-CDA4B20F46E9}" srcOrd="0" destOrd="0" presId="urn:microsoft.com/office/officeart/2018/2/layout/IconCircleList"/>
    <dgm:cxn modelId="{2340A1F5-30B6-4121-B1B7-E083D611F650}" type="presParOf" srcId="{A83A880A-9FA7-4B5B-B08D-71C4A52E53D1}" destId="{D21506C8-139E-4684-A457-465588CD0ECD}" srcOrd="1" destOrd="0" presId="urn:microsoft.com/office/officeart/2018/2/layout/IconCircleList"/>
    <dgm:cxn modelId="{BE2B7C41-1504-4B6B-A429-796D5B298F4D}" type="presParOf" srcId="{A83A880A-9FA7-4B5B-B08D-71C4A52E53D1}" destId="{CC7A838B-0324-470D-BAA5-73169A4FBF31}" srcOrd="2" destOrd="0" presId="urn:microsoft.com/office/officeart/2018/2/layout/IconCircleList"/>
    <dgm:cxn modelId="{26B6EA58-02D9-44E4-B7BB-DC7E7376D877}" type="presParOf" srcId="{A83A880A-9FA7-4B5B-B08D-71C4A52E53D1}" destId="{8BE41388-F8A2-4586-85D9-5D3ADAF0CB72}" srcOrd="3" destOrd="0" presId="urn:microsoft.com/office/officeart/2018/2/layout/IconCircleList"/>
    <dgm:cxn modelId="{14B3FBB4-487E-48E5-8102-E135F24DD852}" type="presParOf" srcId="{A3E8D603-8178-4E78-9014-67A469F13FDC}" destId="{202BB94C-FA21-4950-ACFC-634454E4E546}" srcOrd="1" destOrd="0" presId="urn:microsoft.com/office/officeart/2018/2/layout/IconCircleList"/>
    <dgm:cxn modelId="{278096B8-1896-4B3B-83CD-2AE58AD89F35}" type="presParOf" srcId="{A3E8D603-8178-4E78-9014-67A469F13FDC}" destId="{79FF9D6F-4BB8-4736-ABFA-1A834040141D}" srcOrd="2" destOrd="0" presId="urn:microsoft.com/office/officeart/2018/2/layout/IconCircleList"/>
    <dgm:cxn modelId="{9588DBCA-8AF7-435C-97E4-746A820EBC15}" type="presParOf" srcId="{79FF9D6F-4BB8-4736-ABFA-1A834040141D}" destId="{FF9B0996-2ACA-4944-912C-CF9794E9DD3F}" srcOrd="0" destOrd="0" presId="urn:microsoft.com/office/officeart/2018/2/layout/IconCircleList"/>
    <dgm:cxn modelId="{C569A8EC-7CA7-4837-93C5-3E253E5FE1B4}" type="presParOf" srcId="{79FF9D6F-4BB8-4736-ABFA-1A834040141D}" destId="{49EE5529-47EB-48E6-BB7F-A5F5DAA09B2B}" srcOrd="1" destOrd="0" presId="urn:microsoft.com/office/officeart/2018/2/layout/IconCircleList"/>
    <dgm:cxn modelId="{7951BF95-E9C2-492A-AB8D-86D735263067}" type="presParOf" srcId="{79FF9D6F-4BB8-4736-ABFA-1A834040141D}" destId="{B5758D27-E4C7-4095-9B4A-A17D73681803}" srcOrd="2" destOrd="0" presId="urn:microsoft.com/office/officeart/2018/2/layout/IconCircleList"/>
    <dgm:cxn modelId="{B5B2DE60-99F0-4493-93ED-FDFE58ACDDDF}" type="presParOf" srcId="{79FF9D6F-4BB8-4736-ABFA-1A834040141D}" destId="{7ED45E90-B10D-46E1-B0C8-821E358087F3}" srcOrd="3" destOrd="0" presId="urn:microsoft.com/office/officeart/2018/2/layout/IconCircleList"/>
    <dgm:cxn modelId="{6FBBBCE4-BA92-41FE-B8AD-A1B65710ADC4}" type="presParOf" srcId="{A3E8D603-8178-4E78-9014-67A469F13FDC}" destId="{F5A5CA8D-5891-40DB-8FB7-A4FD67B7CA35}" srcOrd="3" destOrd="0" presId="urn:microsoft.com/office/officeart/2018/2/layout/IconCircleList"/>
    <dgm:cxn modelId="{F0D5B385-AB1C-4F61-9682-94E7ADBC5EBC}" type="presParOf" srcId="{A3E8D603-8178-4E78-9014-67A469F13FDC}" destId="{73A2F870-67F0-490E-B4F0-C018B705CB58}" srcOrd="4" destOrd="0" presId="urn:microsoft.com/office/officeart/2018/2/layout/IconCircleList"/>
    <dgm:cxn modelId="{3F67C865-4AAB-46BB-BCCD-356C23558CBF}" type="presParOf" srcId="{73A2F870-67F0-490E-B4F0-C018B705CB58}" destId="{02135A35-B5E3-4571-A5E5-059FEEB8918A}" srcOrd="0" destOrd="0" presId="urn:microsoft.com/office/officeart/2018/2/layout/IconCircleList"/>
    <dgm:cxn modelId="{BCE0D102-E970-48C7-8F9B-6EB595CE4176}" type="presParOf" srcId="{73A2F870-67F0-490E-B4F0-C018B705CB58}" destId="{F545752C-87A9-4D17-A273-B1E7D52DCF93}" srcOrd="1" destOrd="0" presId="urn:microsoft.com/office/officeart/2018/2/layout/IconCircleList"/>
    <dgm:cxn modelId="{9D1D9D35-ADEF-4020-9BDC-B9D1140F4086}" type="presParOf" srcId="{73A2F870-67F0-490E-B4F0-C018B705CB58}" destId="{6864EECF-1BB0-42B5-8AEA-ED7767683F96}" srcOrd="2" destOrd="0" presId="urn:microsoft.com/office/officeart/2018/2/layout/IconCircleList"/>
    <dgm:cxn modelId="{7FE3E606-8952-4541-B8DE-D0664EEADE23}" type="presParOf" srcId="{73A2F870-67F0-490E-B4F0-C018B705CB58}" destId="{8625E7B4-D858-4FC1-B533-BF199EBDD009}" srcOrd="3" destOrd="0" presId="urn:microsoft.com/office/officeart/2018/2/layout/IconCircleList"/>
    <dgm:cxn modelId="{7BFFADAE-70A6-4E66-8F1B-5C57EB27ACF2}" type="presParOf" srcId="{A3E8D603-8178-4E78-9014-67A469F13FDC}" destId="{746C84D8-DD6F-4569-98B5-79DA674B995D}" srcOrd="5" destOrd="0" presId="urn:microsoft.com/office/officeart/2018/2/layout/IconCircleList"/>
    <dgm:cxn modelId="{2AB7F696-C13E-49D7-A582-BDE2057BE459}" type="presParOf" srcId="{A3E8D603-8178-4E78-9014-67A469F13FDC}" destId="{82A42456-24AF-49CA-8484-50042AAE4564}" srcOrd="6" destOrd="0" presId="urn:microsoft.com/office/officeart/2018/2/layout/IconCircleList"/>
    <dgm:cxn modelId="{BCD90F72-E185-402A-B404-1C3F92414573}" type="presParOf" srcId="{82A42456-24AF-49CA-8484-50042AAE4564}" destId="{3AD95E5B-7D1D-401F-9ECC-A6A7DF0DD492}" srcOrd="0" destOrd="0" presId="urn:microsoft.com/office/officeart/2018/2/layout/IconCircleList"/>
    <dgm:cxn modelId="{6A750DC9-9406-4ED1-80AC-BD7C6F28F834}" type="presParOf" srcId="{82A42456-24AF-49CA-8484-50042AAE4564}" destId="{F3DD1B26-0524-4D67-915E-7CB0B92775FF}" srcOrd="1" destOrd="0" presId="urn:microsoft.com/office/officeart/2018/2/layout/IconCircleList"/>
    <dgm:cxn modelId="{23D57D59-8091-4439-BAA6-353C83603D7C}" type="presParOf" srcId="{82A42456-24AF-49CA-8484-50042AAE4564}" destId="{8091BFF0-59DE-487E-B2FF-4AFA57F57900}" srcOrd="2" destOrd="0" presId="urn:microsoft.com/office/officeart/2018/2/layout/IconCircleList"/>
    <dgm:cxn modelId="{C0BC29D4-B618-4AF5-B779-4C871A49C0F0}" type="presParOf" srcId="{82A42456-24AF-49CA-8484-50042AAE4564}" destId="{2705A022-FEAA-4240-BC2E-190CFA827AB9}" srcOrd="3" destOrd="0" presId="urn:microsoft.com/office/officeart/2018/2/layout/IconCircleList"/>
    <dgm:cxn modelId="{1088F3D4-E83D-4EB6-9C00-80979EB03BA4}" type="presParOf" srcId="{A3E8D603-8178-4E78-9014-67A469F13FDC}" destId="{96E47552-1D20-4778-994F-D10F5D0A0289}" srcOrd="7" destOrd="0" presId="urn:microsoft.com/office/officeart/2018/2/layout/IconCircleList"/>
    <dgm:cxn modelId="{9A828CC8-568B-409C-992C-5C267C73FE11}" type="presParOf" srcId="{A3E8D603-8178-4E78-9014-67A469F13FDC}" destId="{9F69F38A-FE84-4ACE-92B8-E211E6919779}" srcOrd="8" destOrd="0" presId="urn:microsoft.com/office/officeart/2018/2/layout/IconCircleList"/>
    <dgm:cxn modelId="{EB9D880F-2778-4CBA-AA04-CEF58B38735E}" type="presParOf" srcId="{9F69F38A-FE84-4ACE-92B8-E211E6919779}" destId="{A0B41792-6F49-408D-8F31-C04E19791787}" srcOrd="0" destOrd="0" presId="urn:microsoft.com/office/officeart/2018/2/layout/IconCircleList"/>
    <dgm:cxn modelId="{65B06B95-A0C9-45C3-AC8B-2C7E660E20DA}" type="presParOf" srcId="{9F69F38A-FE84-4ACE-92B8-E211E6919779}" destId="{5BDB9B4F-B4BC-4605-BB94-A02AA44D4421}" srcOrd="1" destOrd="0" presId="urn:microsoft.com/office/officeart/2018/2/layout/IconCircleList"/>
    <dgm:cxn modelId="{3B8BE028-739E-4252-8862-8E787E5CC9FF}" type="presParOf" srcId="{9F69F38A-FE84-4ACE-92B8-E211E6919779}" destId="{E79FF033-30AA-4529-B832-2812651650FF}" srcOrd="2" destOrd="0" presId="urn:microsoft.com/office/officeart/2018/2/layout/IconCircleList"/>
    <dgm:cxn modelId="{3C8DAE25-CED3-4FA3-9DF7-6824302D4013}" type="presParOf" srcId="{9F69F38A-FE84-4ACE-92B8-E211E6919779}" destId="{FF02BAB8-245A-480E-AFCB-9E6CACC0EBE6}" srcOrd="3" destOrd="0" presId="urn:microsoft.com/office/officeart/2018/2/layout/IconCircleList"/>
    <dgm:cxn modelId="{1078D3D2-96B3-478C-9E06-107688179A39}" type="presParOf" srcId="{A3E8D603-8178-4E78-9014-67A469F13FDC}" destId="{952D358E-7502-49AF-9702-3B083A970A90}" srcOrd="9" destOrd="0" presId="urn:microsoft.com/office/officeart/2018/2/layout/IconCircleList"/>
    <dgm:cxn modelId="{41A31E15-D348-415B-8B7B-FEBE69245C22}" type="presParOf" srcId="{A3E8D603-8178-4E78-9014-67A469F13FDC}" destId="{CF4030A5-4FB8-47D7-A415-1F832CBB57D9}" srcOrd="10" destOrd="0" presId="urn:microsoft.com/office/officeart/2018/2/layout/IconCircleList"/>
    <dgm:cxn modelId="{8ACDF7D6-DF1B-4F34-89A4-8A11AFF0E430}" type="presParOf" srcId="{CF4030A5-4FB8-47D7-A415-1F832CBB57D9}" destId="{8A4F502E-E8D3-4DF6-A9F7-E7689EBF0C01}" srcOrd="0" destOrd="0" presId="urn:microsoft.com/office/officeart/2018/2/layout/IconCircleList"/>
    <dgm:cxn modelId="{85FD4D80-67BC-4C2B-BECB-D07AB5EDF1AC}" type="presParOf" srcId="{CF4030A5-4FB8-47D7-A415-1F832CBB57D9}" destId="{0FC46D54-8A1A-400D-8EA5-75976F1A49B8}" srcOrd="1" destOrd="0" presId="urn:microsoft.com/office/officeart/2018/2/layout/IconCircleList"/>
    <dgm:cxn modelId="{36316A07-9E25-45E8-BD2D-5C7A0DC1973B}" type="presParOf" srcId="{CF4030A5-4FB8-47D7-A415-1F832CBB57D9}" destId="{4EB20F29-DAED-450C-82F4-AD63A90BC65C}" srcOrd="2" destOrd="0" presId="urn:microsoft.com/office/officeart/2018/2/layout/IconCircleList"/>
    <dgm:cxn modelId="{AC5BBF86-8C1F-406F-8A72-DBE98EBB1C34}" type="presParOf" srcId="{CF4030A5-4FB8-47D7-A415-1F832CBB57D9}" destId="{5024489F-F03B-4917-AB1A-4573594003E0}" srcOrd="3" destOrd="0" presId="urn:microsoft.com/office/officeart/2018/2/layout/IconCircleList"/>
    <dgm:cxn modelId="{2890FA02-5240-4370-A688-16D0E608FE75}" type="presParOf" srcId="{A3E8D603-8178-4E78-9014-67A469F13FDC}" destId="{E6D8C4AA-D82A-4D07-8EC5-E76599E130C8}" srcOrd="11" destOrd="0" presId="urn:microsoft.com/office/officeart/2018/2/layout/IconCircleList"/>
    <dgm:cxn modelId="{4930B26D-6F9A-4F6C-91A6-DB1AC773EFCD}" type="presParOf" srcId="{A3E8D603-8178-4E78-9014-67A469F13FDC}" destId="{5AA826B4-C7ED-4FE2-9514-EB455791DEE2}" srcOrd="12" destOrd="0" presId="urn:microsoft.com/office/officeart/2018/2/layout/IconCircleList"/>
    <dgm:cxn modelId="{1B27F5EC-BEBB-4AE1-BBE3-6E5ECA6F2838}" type="presParOf" srcId="{5AA826B4-C7ED-4FE2-9514-EB455791DEE2}" destId="{BDFA1286-222D-4CE7-BD6E-320327377450}" srcOrd="0" destOrd="0" presId="urn:microsoft.com/office/officeart/2018/2/layout/IconCircleList"/>
    <dgm:cxn modelId="{B5957D43-98D8-462C-828D-79279028BA9E}" type="presParOf" srcId="{5AA826B4-C7ED-4FE2-9514-EB455791DEE2}" destId="{2F985879-7B9A-4EBF-B586-72AAF882AAF2}" srcOrd="1" destOrd="0" presId="urn:microsoft.com/office/officeart/2018/2/layout/IconCircleList"/>
    <dgm:cxn modelId="{C5D674CA-FE95-4A0D-A990-FAC8E46FDA72}" type="presParOf" srcId="{5AA826B4-C7ED-4FE2-9514-EB455791DEE2}" destId="{945C269B-0395-4F82-8BCF-92DFC813CCFB}" srcOrd="2" destOrd="0" presId="urn:microsoft.com/office/officeart/2018/2/layout/IconCircleList"/>
    <dgm:cxn modelId="{342EF160-F5A6-4BBC-8BC8-D4B8DF549E97}" type="presParOf" srcId="{5AA826B4-C7ED-4FE2-9514-EB455791DEE2}" destId="{5596CBE8-C625-4911-980D-5867020C3A4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5131D5E-FA72-413F-8FAC-FF211C6B034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2B274C7-1244-4D76-AE6A-CF8A63CAC91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Heater controlled via Relay Channel 1 (GPIO 18)</a:t>
          </a:r>
        </a:p>
      </dgm:t>
    </dgm:pt>
    <dgm:pt modelId="{A0B73AE6-2C99-4948-8105-8E19208FC9FA}" type="parTrans" cxnId="{5B9FF536-DE21-4AD7-8CB1-2239150567DC}">
      <dgm:prSet/>
      <dgm:spPr/>
      <dgm:t>
        <a:bodyPr/>
        <a:lstStyle/>
        <a:p>
          <a:endParaRPr lang="en-US"/>
        </a:p>
      </dgm:t>
    </dgm:pt>
    <dgm:pt modelId="{4C7996BB-AD3B-40F5-9036-824F14ABBE0C}" type="sibTrans" cxnId="{5B9FF536-DE21-4AD7-8CB1-2239150567DC}">
      <dgm:prSet/>
      <dgm:spPr/>
      <dgm:t>
        <a:bodyPr/>
        <a:lstStyle/>
        <a:p>
          <a:endParaRPr lang="en-US"/>
        </a:p>
      </dgm:t>
    </dgm:pt>
    <dgm:pt modelId="{61418751-5066-4B63-A8D8-A84CC106E18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Pump controlled via Relay Channel 4 (GPIO 16)</a:t>
          </a:r>
        </a:p>
      </dgm:t>
    </dgm:pt>
    <dgm:pt modelId="{B8DC9F56-915A-43EB-AD4B-26BE259D8019}" type="parTrans" cxnId="{612045B0-67B2-431E-BC1E-C8AF2A34D9FA}">
      <dgm:prSet/>
      <dgm:spPr/>
      <dgm:t>
        <a:bodyPr/>
        <a:lstStyle/>
        <a:p>
          <a:endParaRPr lang="en-US"/>
        </a:p>
      </dgm:t>
    </dgm:pt>
    <dgm:pt modelId="{1C599075-7FB8-4532-9E2F-4292E97490BE}" type="sibTrans" cxnId="{612045B0-67B2-431E-BC1E-C8AF2A34D9FA}">
      <dgm:prSet/>
      <dgm:spPr/>
      <dgm:t>
        <a:bodyPr/>
        <a:lstStyle/>
        <a:p>
          <a:endParaRPr lang="en-US"/>
        </a:p>
      </dgm:t>
    </dgm:pt>
    <dgm:pt modelId="{38CD2E68-36EB-451F-BC24-8369146626CE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Provides temperature &amp; water circulation</a:t>
          </a:r>
        </a:p>
      </dgm:t>
    </dgm:pt>
    <dgm:pt modelId="{46A5E52B-2BAB-4DA8-AFE9-9AFBD677A389}" type="parTrans" cxnId="{D99EF2C1-EBE8-4A6C-A8BC-A5EDFCEEA129}">
      <dgm:prSet/>
      <dgm:spPr/>
      <dgm:t>
        <a:bodyPr/>
        <a:lstStyle/>
        <a:p>
          <a:endParaRPr lang="en-US"/>
        </a:p>
      </dgm:t>
    </dgm:pt>
    <dgm:pt modelId="{9D56BFC9-F33F-44FC-99D6-603254B39DDF}" type="sibTrans" cxnId="{D99EF2C1-EBE8-4A6C-A8BC-A5EDFCEEA129}">
      <dgm:prSet/>
      <dgm:spPr/>
      <dgm:t>
        <a:bodyPr/>
        <a:lstStyle/>
        <a:p>
          <a:endParaRPr lang="en-US"/>
        </a:p>
      </dgm:t>
    </dgm:pt>
    <dgm:pt modelId="{1ADEDA2B-3EBA-4888-9B2B-550190377D33}" type="pres">
      <dgm:prSet presAssocID="{C5131D5E-FA72-413F-8FAC-FF211C6B034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3D552AD-07E7-47CA-A573-26564FA4FC3E}" type="pres">
      <dgm:prSet presAssocID="{D2B274C7-1244-4D76-AE6A-CF8A63CAC919}" presName="hierRoot1" presStyleCnt="0"/>
      <dgm:spPr/>
    </dgm:pt>
    <dgm:pt modelId="{7C768B58-6C42-435D-9E00-D8440E3FCF87}" type="pres">
      <dgm:prSet presAssocID="{D2B274C7-1244-4D76-AE6A-CF8A63CAC919}" presName="composite" presStyleCnt="0"/>
      <dgm:spPr/>
    </dgm:pt>
    <dgm:pt modelId="{1828DE93-C114-4FF4-A55C-A3BB8E92EC60}" type="pres">
      <dgm:prSet presAssocID="{D2B274C7-1244-4D76-AE6A-CF8A63CAC919}" presName="background" presStyleLbl="node0" presStyleIdx="0" presStyleCnt="3"/>
      <dgm:spPr/>
    </dgm:pt>
    <dgm:pt modelId="{6163CF87-E9E0-4ABE-A2B3-5C1024806155}" type="pres">
      <dgm:prSet presAssocID="{D2B274C7-1244-4D76-AE6A-CF8A63CAC919}" presName="text" presStyleLbl="fgAcc0" presStyleIdx="0" presStyleCnt="3">
        <dgm:presLayoutVars>
          <dgm:chPref val="3"/>
        </dgm:presLayoutVars>
      </dgm:prSet>
      <dgm:spPr/>
    </dgm:pt>
    <dgm:pt modelId="{00936A17-CF8B-4E25-AAAC-DBFEF4537BE7}" type="pres">
      <dgm:prSet presAssocID="{D2B274C7-1244-4D76-AE6A-CF8A63CAC919}" presName="hierChild2" presStyleCnt="0"/>
      <dgm:spPr/>
    </dgm:pt>
    <dgm:pt modelId="{5B4B5350-DF5F-4711-8686-42E048234CD7}" type="pres">
      <dgm:prSet presAssocID="{61418751-5066-4B63-A8D8-A84CC106E182}" presName="hierRoot1" presStyleCnt="0"/>
      <dgm:spPr/>
    </dgm:pt>
    <dgm:pt modelId="{D743B740-190F-44BE-929A-42ADF3025C69}" type="pres">
      <dgm:prSet presAssocID="{61418751-5066-4B63-A8D8-A84CC106E182}" presName="composite" presStyleCnt="0"/>
      <dgm:spPr/>
    </dgm:pt>
    <dgm:pt modelId="{04BBE01C-2480-419C-99DE-23CCDB1726D1}" type="pres">
      <dgm:prSet presAssocID="{61418751-5066-4B63-A8D8-A84CC106E182}" presName="background" presStyleLbl="node0" presStyleIdx="1" presStyleCnt="3"/>
      <dgm:spPr/>
    </dgm:pt>
    <dgm:pt modelId="{D87797E2-C3A7-4140-8123-B944976171FA}" type="pres">
      <dgm:prSet presAssocID="{61418751-5066-4B63-A8D8-A84CC106E182}" presName="text" presStyleLbl="fgAcc0" presStyleIdx="1" presStyleCnt="3">
        <dgm:presLayoutVars>
          <dgm:chPref val="3"/>
        </dgm:presLayoutVars>
      </dgm:prSet>
      <dgm:spPr/>
    </dgm:pt>
    <dgm:pt modelId="{C82FF20E-B7E6-452E-983C-E0C3501ED82E}" type="pres">
      <dgm:prSet presAssocID="{61418751-5066-4B63-A8D8-A84CC106E182}" presName="hierChild2" presStyleCnt="0"/>
      <dgm:spPr/>
    </dgm:pt>
    <dgm:pt modelId="{E0D265E2-8CAB-41E4-8799-B56A1FEB29A4}" type="pres">
      <dgm:prSet presAssocID="{38CD2E68-36EB-451F-BC24-8369146626CE}" presName="hierRoot1" presStyleCnt="0"/>
      <dgm:spPr/>
    </dgm:pt>
    <dgm:pt modelId="{6A102EF7-C313-46F7-A1B9-2F68324C1046}" type="pres">
      <dgm:prSet presAssocID="{38CD2E68-36EB-451F-BC24-8369146626CE}" presName="composite" presStyleCnt="0"/>
      <dgm:spPr/>
    </dgm:pt>
    <dgm:pt modelId="{12E9D13A-B8AC-45F4-9A32-FFAF4324D7C9}" type="pres">
      <dgm:prSet presAssocID="{38CD2E68-36EB-451F-BC24-8369146626CE}" presName="background" presStyleLbl="node0" presStyleIdx="2" presStyleCnt="3"/>
      <dgm:spPr/>
    </dgm:pt>
    <dgm:pt modelId="{B3D6597E-B940-4BEE-AE46-D2893357EDC0}" type="pres">
      <dgm:prSet presAssocID="{38CD2E68-36EB-451F-BC24-8369146626CE}" presName="text" presStyleLbl="fgAcc0" presStyleIdx="2" presStyleCnt="3">
        <dgm:presLayoutVars>
          <dgm:chPref val="3"/>
        </dgm:presLayoutVars>
      </dgm:prSet>
      <dgm:spPr/>
    </dgm:pt>
    <dgm:pt modelId="{6ECF4C48-A3AA-4BE8-B65E-7AEA5DF715A5}" type="pres">
      <dgm:prSet presAssocID="{38CD2E68-36EB-451F-BC24-8369146626CE}" presName="hierChild2" presStyleCnt="0"/>
      <dgm:spPr/>
    </dgm:pt>
  </dgm:ptLst>
  <dgm:cxnLst>
    <dgm:cxn modelId="{D7DACE2D-C513-4790-90D2-58EEE6683F45}" type="presOf" srcId="{61418751-5066-4B63-A8D8-A84CC106E182}" destId="{D87797E2-C3A7-4140-8123-B944976171FA}" srcOrd="0" destOrd="0" presId="urn:microsoft.com/office/officeart/2005/8/layout/hierarchy1"/>
    <dgm:cxn modelId="{5B9FF536-DE21-4AD7-8CB1-2239150567DC}" srcId="{C5131D5E-FA72-413F-8FAC-FF211C6B0349}" destId="{D2B274C7-1244-4D76-AE6A-CF8A63CAC919}" srcOrd="0" destOrd="0" parTransId="{A0B73AE6-2C99-4948-8105-8E19208FC9FA}" sibTransId="{4C7996BB-AD3B-40F5-9036-824F14ABBE0C}"/>
    <dgm:cxn modelId="{F4B85038-AA93-4BB2-AFBB-2F27FC88D9BB}" type="presOf" srcId="{D2B274C7-1244-4D76-AE6A-CF8A63CAC919}" destId="{6163CF87-E9E0-4ABE-A2B3-5C1024806155}" srcOrd="0" destOrd="0" presId="urn:microsoft.com/office/officeart/2005/8/layout/hierarchy1"/>
    <dgm:cxn modelId="{F0FCDD49-C6C8-4DA1-9D2D-D1ADD2B42F1C}" type="presOf" srcId="{38CD2E68-36EB-451F-BC24-8369146626CE}" destId="{B3D6597E-B940-4BEE-AE46-D2893357EDC0}" srcOrd="0" destOrd="0" presId="urn:microsoft.com/office/officeart/2005/8/layout/hierarchy1"/>
    <dgm:cxn modelId="{07A8364C-70FA-4D14-A555-BA4A3544B578}" type="presOf" srcId="{C5131D5E-FA72-413F-8FAC-FF211C6B0349}" destId="{1ADEDA2B-3EBA-4888-9B2B-550190377D33}" srcOrd="0" destOrd="0" presId="urn:microsoft.com/office/officeart/2005/8/layout/hierarchy1"/>
    <dgm:cxn modelId="{612045B0-67B2-431E-BC1E-C8AF2A34D9FA}" srcId="{C5131D5E-FA72-413F-8FAC-FF211C6B0349}" destId="{61418751-5066-4B63-A8D8-A84CC106E182}" srcOrd="1" destOrd="0" parTransId="{B8DC9F56-915A-43EB-AD4B-26BE259D8019}" sibTransId="{1C599075-7FB8-4532-9E2F-4292E97490BE}"/>
    <dgm:cxn modelId="{D99EF2C1-EBE8-4A6C-A8BC-A5EDFCEEA129}" srcId="{C5131D5E-FA72-413F-8FAC-FF211C6B0349}" destId="{38CD2E68-36EB-451F-BC24-8369146626CE}" srcOrd="2" destOrd="0" parTransId="{46A5E52B-2BAB-4DA8-AFE9-9AFBD677A389}" sibTransId="{9D56BFC9-F33F-44FC-99D6-603254B39DDF}"/>
    <dgm:cxn modelId="{AE40E660-D806-4220-8B10-CA035122C9A8}" type="presParOf" srcId="{1ADEDA2B-3EBA-4888-9B2B-550190377D33}" destId="{33D552AD-07E7-47CA-A573-26564FA4FC3E}" srcOrd="0" destOrd="0" presId="urn:microsoft.com/office/officeart/2005/8/layout/hierarchy1"/>
    <dgm:cxn modelId="{0930E17B-05C9-43EF-8FE8-44D4F94E0904}" type="presParOf" srcId="{33D552AD-07E7-47CA-A573-26564FA4FC3E}" destId="{7C768B58-6C42-435D-9E00-D8440E3FCF87}" srcOrd="0" destOrd="0" presId="urn:microsoft.com/office/officeart/2005/8/layout/hierarchy1"/>
    <dgm:cxn modelId="{44E42CC6-ADC0-4CD3-803A-651C6003CB14}" type="presParOf" srcId="{7C768B58-6C42-435D-9E00-D8440E3FCF87}" destId="{1828DE93-C114-4FF4-A55C-A3BB8E92EC60}" srcOrd="0" destOrd="0" presId="urn:microsoft.com/office/officeart/2005/8/layout/hierarchy1"/>
    <dgm:cxn modelId="{6628521D-FAC9-4048-AD8E-EDC17A085D80}" type="presParOf" srcId="{7C768B58-6C42-435D-9E00-D8440E3FCF87}" destId="{6163CF87-E9E0-4ABE-A2B3-5C1024806155}" srcOrd="1" destOrd="0" presId="urn:microsoft.com/office/officeart/2005/8/layout/hierarchy1"/>
    <dgm:cxn modelId="{4502F600-FB11-4173-8330-3217E2D94936}" type="presParOf" srcId="{33D552AD-07E7-47CA-A573-26564FA4FC3E}" destId="{00936A17-CF8B-4E25-AAAC-DBFEF4537BE7}" srcOrd="1" destOrd="0" presId="urn:microsoft.com/office/officeart/2005/8/layout/hierarchy1"/>
    <dgm:cxn modelId="{AC8004E6-96DD-4ABA-A818-01DF155CF43A}" type="presParOf" srcId="{1ADEDA2B-3EBA-4888-9B2B-550190377D33}" destId="{5B4B5350-DF5F-4711-8686-42E048234CD7}" srcOrd="1" destOrd="0" presId="urn:microsoft.com/office/officeart/2005/8/layout/hierarchy1"/>
    <dgm:cxn modelId="{6392ACCA-A47F-49DF-8DB4-43BD2CFD7A29}" type="presParOf" srcId="{5B4B5350-DF5F-4711-8686-42E048234CD7}" destId="{D743B740-190F-44BE-929A-42ADF3025C69}" srcOrd="0" destOrd="0" presId="urn:microsoft.com/office/officeart/2005/8/layout/hierarchy1"/>
    <dgm:cxn modelId="{02215A38-6AE7-4B82-951A-D93C1D869763}" type="presParOf" srcId="{D743B740-190F-44BE-929A-42ADF3025C69}" destId="{04BBE01C-2480-419C-99DE-23CCDB1726D1}" srcOrd="0" destOrd="0" presId="urn:microsoft.com/office/officeart/2005/8/layout/hierarchy1"/>
    <dgm:cxn modelId="{B4EA5B3A-2836-4078-9361-D953EE6E4A87}" type="presParOf" srcId="{D743B740-190F-44BE-929A-42ADF3025C69}" destId="{D87797E2-C3A7-4140-8123-B944976171FA}" srcOrd="1" destOrd="0" presId="urn:microsoft.com/office/officeart/2005/8/layout/hierarchy1"/>
    <dgm:cxn modelId="{012C31E1-4994-4DE1-A22F-139FCBA4BEBE}" type="presParOf" srcId="{5B4B5350-DF5F-4711-8686-42E048234CD7}" destId="{C82FF20E-B7E6-452E-983C-E0C3501ED82E}" srcOrd="1" destOrd="0" presId="urn:microsoft.com/office/officeart/2005/8/layout/hierarchy1"/>
    <dgm:cxn modelId="{FDBC4611-F40A-43E6-BABE-0F3C921B346B}" type="presParOf" srcId="{1ADEDA2B-3EBA-4888-9B2B-550190377D33}" destId="{E0D265E2-8CAB-41E4-8799-B56A1FEB29A4}" srcOrd="2" destOrd="0" presId="urn:microsoft.com/office/officeart/2005/8/layout/hierarchy1"/>
    <dgm:cxn modelId="{70C4523A-7845-4F74-A3A9-0E3C7B28D1EB}" type="presParOf" srcId="{E0D265E2-8CAB-41E4-8799-B56A1FEB29A4}" destId="{6A102EF7-C313-46F7-A1B9-2F68324C1046}" srcOrd="0" destOrd="0" presId="urn:microsoft.com/office/officeart/2005/8/layout/hierarchy1"/>
    <dgm:cxn modelId="{182FECA5-2417-49B6-8E49-43E2D03BC490}" type="presParOf" srcId="{6A102EF7-C313-46F7-A1B9-2F68324C1046}" destId="{12E9D13A-B8AC-45F4-9A32-FFAF4324D7C9}" srcOrd="0" destOrd="0" presId="urn:microsoft.com/office/officeart/2005/8/layout/hierarchy1"/>
    <dgm:cxn modelId="{A8C0A404-050D-4B22-A20C-4B5D833C373A}" type="presParOf" srcId="{6A102EF7-C313-46F7-A1B9-2F68324C1046}" destId="{B3D6597E-B940-4BEE-AE46-D2893357EDC0}" srcOrd="1" destOrd="0" presId="urn:microsoft.com/office/officeart/2005/8/layout/hierarchy1"/>
    <dgm:cxn modelId="{5D54E103-5089-4B24-98C5-EF08C44D1E5E}" type="presParOf" srcId="{E0D265E2-8CAB-41E4-8799-B56A1FEB29A4}" destId="{6ECF4C48-A3AA-4BE8-B65E-7AEA5DF715A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6F70239-E66D-41B3-B7AB-4D822B5BBD4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416100D-88FF-4406-856E-01FAA7AF225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Servo motor automates feeding</a:t>
          </a:r>
        </a:p>
      </dgm:t>
    </dgm:pt>
    <dgm:pt modelId="{6A2F01A3-2775-4A57-83F3-79D62EFC251D}" type="parTrans" cxnId="{502D2C57-41A0-477C-A78E-68D32004D8EB}">
      <dgm:prSet/>
      <dgm:spPr/>
      <dgm:t>
        <a:bodyPr/>
        <a:lstStyle/>
        <a:p>
          <a:endParaRPr lang="en-US"/>
        </a:p>
      </dgm:t>
    </dgm:pt>
    <dgm:pt modelId="{DC019E3E-4D16-483B-B1DB-5290A2C24159}" type="sibTrans" cxnId="{502D2C57-41A0-477C-A78E-68D32004D8EB}">
      <dgm:prSet/>
      <dgm:spPr/>
      <dgm:t>
        <a:bodyPr/>
        <a:lstStyle/>
        <a:p>
          <a:endParaRPr lang="en-US"/>
        </a:p>
      </dgm:t>
    </dgm:pt>
    <dgm:pt modelId="{0A82449A-9506-4B57-9841-FCB1AF0C6F0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LEDs simulate day/night cycle</a:t>
          </a:r>
        </a:p>
      </dgm:t>
    </dgm:pt>
    <dgm:pt modelId="{CC3C1F02-D9BE-49FD-BFFB-15A2435F72C6}" type="parTrans" cxnId="{B417B391-B25F-48E7-B3DA-28BB829DCC2D}">
      <dgm:prSet/>
      <dgm:spPr/>
      <dgm:t>
        <a:bodyPr/>
        <a:lstStyle/>
        <a:p>
          <a:endParaRPr lang="en-US"/>
        </a:p>
      </dgm:t>
    </dgm:pt>
    <dgm:pt modelId="{DCE589BB-865B-4865-A704-EF06BE0B4D14}" type="sibTrans" cxnId="{B417B391-B25F-48E7-B3DA-28BB829DCC2D}">
      <dgm:prSet/>
      <dgm:spPr/>
      <dgm:t>
        <a:bodyPr/>
        <a:lstStyle/>
        <a:p>
          <a:endParaRPr lang="en-US"/>
        </a:p>
      </dgm:t>
    </dgm:pt>
    <dgm:pt modelId="{A1C11227-70DB-4CC6-A962-75A53342AFE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Controlled through ESP32 GPIO pins</a:t>
          </a:r>
        </a:p>
      </dgm:t>
    </dgm:pt>
    <dgm:pt modelId="{8D2C7A4C-D501-42C1-8366-20D7BE05285D}" type="parTrans" cxnId="{D426E10C-19E6-4456-8768-1FA37959FD50}">
      <dgm:prSet/>
      <dgm:spPr/>
      <dgm:t>
        <a:bodyPr/>
        <a:lstStyle/>
        <a:p>
          <a:endParaRPr lang="en-US"/>
        </a:p>
      </dgm:t>
    </dgm:pt>
    <dgm:pt modelId="{C17BB21E-CC3F-4165-8717-89282C55EC13}" type="sibTrans" cxnId="{D426E10C-19E6-4456-8768-1FA37959FD50}">
      <dgm:prSet/>
      <dgm:spPr/>
      <dgm:t>
        <a:bodyPr/>
        <a:lstStyle/>
        <a:p>
          <a:endParaRPr lang="en-US"/>
        </a:p>
      </dgm:t>
    </dgm:pt>
    <dgm:pt modelId="{57BAF54F-4D71-40B9-983F-B9439ABE11AE}" type="pres">
      <dgm:prSet presAssocID="{86F70239-E66D-41B3-B7AB-4D822B5BBD4B}" presName="root" presStyleCnt="0">
        <dgm:presLayoutVars>
          <dgm:dir/>
          <dgm:resizeHandles val="exact"/>
        </dgm:presLayoutVars>
      </dgm:prSet>
      <dgm:spPr/>
    </dgm:pt>
    <dgm:pt modelId="{7E1C526F-1D63-4C9C-98D1-AD4D6AD8C6F6}" type="pres">
      <dgm:prSet presAssocID="{C416100D-88FF-4406-856E-01FAA7AF225A}" presName="compNode" presStyleCnt="0"/>
      <dgm:spPr/>
    </dgm:pt>
    <dgm:pt modelId="{067FC4EE-B164-4C0A-B330-AF7640C5AC4F}" type="pres">
      <dgm:prSet presAssocID="{C416100D-88FF-4406-856E-01FAA7AF225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AD5A97F-0645-40C9-8979-1411B9406D8D}" type="pres">
      <dgm:prSet presAssocID="{C416100D-88FF-4406-856E-01FAA7AF225A}" presName="spaceRect" presStyleCnt="0"/>
      <dgm:spPr/>
    </dgm:pt>
    <dgm:pt modelId="{DD3BC877-C439-4F18-95DE-4C76957FC11D}" type="pres">
      <dgm:prSet presAssocID="{C416100D-88FF-4406-856E-01FAA7AF225A}" presName="textRect" presStyleLbl="revTx" presStyleIdx="0" presStyleCnt="3">
        <dgm:presLayoutVars>
          <dgm:chMax val="1"/>
          <dgm:chPref val="1"/>
        </dgm:presLayoutVars>
      </dgm:prSet>
      <dgm:spPr/>
    </dgm:pt>
    <dgm:pt modelId="{E10168AA-8A27-4D7C-B73C-9E36B895A6BC}" type="pres">
      <dgm:prSet presAssocID="{DC019E3E-4D16-483B-B1DB-5290A2C24159}" presName="sibTrans" presStyleCnt="0"/>
      <dgm:spPr/>
    </dgm:pt>
    <dgm:pt modelId="{2FF07AA6-1888-482A-A37C-413CD295ACA2}" type="pres">
      <dgm:prSet presAssocID="{0A82449A-9506-4B57-9841-FCB1AF0C6F0B}" presName="compNode" presStyleCnt="0"/>
      <dgm:spPr/>
    </dgm:pt>
    <dgm:pt modelId="{439D901C-3CA6-4AAC-8F73-3CEAC6F2BBDE}" type="pres">
      <dgm:prSet presAssocID="{0A82449A-9506-4B57-9841-FCB1AF0C6F0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E7372B5A-977B-49B0-A78D-D454663A18D0}" type="pres">
      <dgm:prSet presAssocID="{0A82449A-9506-4B57-9841-FCB1AF0C6F0B}" presName="spaceRect" presStyleCnt="0"/>
      <dgm:spPr/>
    </dgm:pt>
    <dgm:pt modelId="{8D844946-DD1E-4932-9F1E-0E2B28205D4E}" type="pres">
      <dgm:prSet presAssocID="{0A82449A-9506-4B57-9841-FCB1AF0C6F0B}" presName="textRect" presStyleLbl="revTx" presStyleIdx="1" presStyleCnt="3">
        <dgm:presLayoutVars>
          <dgm:chMax val="1"/>
          <dgm:chPref val="1"/>
        </dgm:presLayoutVars>
      </dgm:prSet>
      <dgm:spPr/>
    </dgm:pt>
    <dgm:pt modelId="{1B7C1D0D-5288-4E2A-A677-14B637900430}" type="pres">
      <dgm:prSet presAssocID="{DCE589BB-865B-4865-A704-EF06BE0B4D14}" presName="sibTrans" presStyleCnt="0"/>
      <dgm:spPr/>
    </dgm:pt>
    <dgm:pt modelId="{7F28A045-EDDE-493D-8989-152E3C3363FD}" type="pres">
      <dgm:prSet presAssocID="{A1C11227-70DB-4CC6-A962-75A53342AFE3}" presName="compNode" presStyleCnt="0"/>
      <dgm:spPr/>
    </dgm:pt>
    <dgm:pt modelId="{D75E9CE9-B8F1-4AE4-ADEF-69CDC468F739}" type="pres">
      <dgm:prSet presAssocID="{A1C11227-70DB-4CC6-A962-75A53342AFE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1029E609-3518-407A-9F35-016F22F509F8}" type="pres">
      <dgm:prSet presAssocID="{A1C11227-70DB-4CC6-A962-75A53342AFE3}" presName="spaceRect" presStyleCnt="0"/>
      <dgm:spPr/>
    </dgm:pt>
    <dgm:pt modelId="{B0D7784B-A5C2-49B8-B009-2DE3855962B8}" type="pres">
      <dgm:prSet presAssocID="{A1C11227-70DB-4CC6-A962-75A53342AFE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F3A8303-A087-4ED1-9F46-AC17667CF412}" type="presOf" srcId="{86F70239-E66D-41B3-B7AB-4D822B5BBD4B}" destId="{57BAF54F-4D71-40B9-983F-B9439ABE11AE}" srcOrd="0" destOrd="0" presId="urn:microsoft.com/office/officeart/2018/2/layout/IconLabelList"/>
    <dgm:cxn modelId="{D426E10C-19E6-4456-8768-1FA37959FD50}" srcId="{86F70239-E66D-41B3-B7AB-4D822B5BBD4B}" destId="{A1C11227-70DB-4CC6-A962-75A53342AFE3}" srcOrd="2" destOrd="0" parTransId="{8D2C7A4C-D501-42C1-8366-20D7BE05285D}" sibTransId="{C17BB21E-CC3F-4165-8717-89282C55EC13}"/>
    <dgm:cxn modelId="{502D2C57-41A0-477C-A78E-68D32004D8EB}" srcId="{86F70239-E66D-41B3-B7AB-4D822B5BBD4B}" destId="{C416100D-88FF-4406-856E-01FAA7AF225A}" srcOrd="0" destOrd="0" parTransId="{6A2F01A3-2775-4A57-83F3-79D62EFC251D}" sibTransId="{DC019E3E-4D16-483B-B1DB-5290A2C24159}"/>
    <dgm:cxn modelId="{6651BB59-816A-4620-AA53-95FA4009FBBE}" type="presOf" srcId="{A1C11227-70DB-4CC6-A962-75A53342AFE3}" destId="{B0D7784B-A5C2-49B8-B009-2DE3855962B8}" srcOrd="0" destOrd="0" presId="urn:microsoft.com/office/officeart/2018/2/layout/IconLabelList"/>
    <dgm:cxn modelId="{F18EB483-CF16-4609-AE86-762E9DB393E3}" type="presOf" srcId="{C416100D-88FF-4406-856E-01FAA7AF225A}" destId="{DD3BC877-C439-4F18-95DE-4C76957FC11D}" srcOrd="0" destOrd="0" presId="urn:microsoft.com/office/officeart/2018/2/layout/IconLabelList"/>
    <dgm:cxn modelId="{B417B391-B25F-48E7-B3DA-28BB829DCC2D}" srcId="{86F70239-E66D-41B3-B7AB-4D822B5BBD4B}" destId="{0A82449A-9506-4B57-9841-FCB1AF0C6F0B}" srcOrd="1" destOrd="0" parTransId="{CC3C1F02-D9BE-49FD-BFFB-15A2435F72C6}" sibTransId="{DCE589BB-865B-4865-A704-EF06BE0B4D14}"/>
    <dgm:cxn modelId="{E5CB3ECA-D698-45D8-B317-C8E5EDE6FE8C}" type="presOf" srcId="{0A82449A-9506-4B57-9841-FCB1AF0C6F0B}" destId="{8D844946-DD1E-4932-9F1E-0E2B28205D4E}" srcOrd="0" destOrd="0" presId="urn:microsoft.com/office/officeart/2018/2/layout/IconLabelList"/>
    <dgm:cxn modelId="{969D634E-4502-4A8F-B620-93B66A3530F4}" type="presParOf" srcId="{57BAF54F-4D71-40B9-983F-B9439ABE11AE}" destId="{7E1C526F-1D63-4C9C-98D1-AD4D6AD8C6F6}" srcOrd="0" destOrd="0" presId="urn:microsoft.com/office/officeart/2018/2/layout/IconLabelList"/>
    <dgm:cxn modelId="{DE6E71A1-CC11-42C9-9039-14C613A92244}" type="presParOf" srcId="{7E1C526F-1D63-4C9C-98D1-AD4D6AD8C6F6}" destId="{067FC4EE-B164-4C0A-B330-AF7640C5AC4F}" srcOrd="0" destOrd="0" presId="urn:microsoft.com/office/officeart/2018/2/layout/IconLabelList"/>
    <dgm:cxn modelId="{CD3D4EF4-5B8C-42C8-9BA1-A0CD9DE5924F}" type="presParOf" srcId="{7E1C526F-1D63-4C9C-98D1-AD4D6AD8C6F6}" destId="{9AD5A97F-0645-40C9-8979-1411B9406D8D}" srcOrd="1" destOrd="0" presId="urn:microsoft.com/office/officeart/2018/2/layout/IconLabelList"/>
    <dgm:cxn modelId="{900E5ECD-C0E1-4FFD-9826-C8015C9A79A5}" type="presParOf" srcId="{7E1C526F-1D63-4C9C-98D1-AD4D6AD8C6F6}" destId="{DD3BC877-C439-4F18-95DE-4C76957FC11D}" srcOrd="2" destOrd="0" presId="urn:microsoft.com/office/officeart/2018/2/layout/IconLabelList"/>
    <dgm:cxn modelId="{903C3F74-5F1C-46E3-A06D-6F720B4FC5C8}" type="presParOf" srcId="{57BAF54F-4D71-40B9-983F-B9439ABE11AE}" destId="{E10168AA-8A27-4D7C-B73C-9E36B895A6BC}" srcOrd="1" destOrd="0" presId="urn:microsoft.com/office/officeart/2018/2/layout/IconLabelList"/>
    <dgm:cxn modelId="{D37FE871-6990-48FE-9BA3-FDECBA8CCE9E}" type="presParOf" srcId="{57BAF54F-4D71-40B9-983F-B9439ABE11AE}" destId="{2FF07AA6-1888-482A-A37C-413CD295ACA2}" srcOrd="2" destOrd="0" presId="urn:microsoft.com/office/officeart/2018/2/layout/IconLabelList"/>
    <dgm:cxn modelId="{4B2F12F0-8162-4D41-A18F-70F8CE360379}" type="presParOf" srcId="{2FF07AA6-1888-482A-A37C-413CD295ACA2}" destId="{439D901C-3CA6-4AAC-8F73-3CEAC6F2BBDE}" srcOrd="0" destOrd="0" presId="urn:microsoft.com/office/officeart/2018/2/layout/IconLabelList"/>
    <dgm:cxn modelId="{FCBAB12C-2C3C-4382-8B5C-0F11487F30FA}" type="presParOf" srcId="{2FF07AA6-1888-482A-A37C-413CD295ACA2}" destId="{E7372B5A-977B-49B0-A78D-D454663A18D0}" srcOrd="1" destOrd="0" presId="urn:microsoft.com/office/officeart/2018/2/layout/IconLabelList"/>
    <dgm:cxn modelId="{F1CA2BD2-95DE-4413-91CA-54610B4E5907}" type="presParOf" srcId="{2FF07AA6-1888-482A-A37C-413CD295ACA2}" destId="{8D844946-DD1E-4932-9F1E-0E2B28205D4E}" srcOrd="2" destOrd="0" presId="urn:microsoft.com/office/officeart/2018/2/layout/IconLabelList"/>
    <dgm:cxn modelId="{12C4EE30-4EBA-42FA-8F94-DB5E6E9DFE7C}" type="presParOf" srcId="{57BAF54F-4D71-40B9-983F-B9439ABE11AE}" destId="{1B7C1D0D-5288-4E2A-A677-14B637900430}" srcOrd="3" destOrd="0" presId="urn:microsoft.com/office/officeart/2018/2/layout/IconLabelList"/>
    <dgm:cxn modelId="{0BEB4E85-4602-4322-9085-7D76BE2E1854}" type="presParOf" srcId="{57BAF54F-4D71-40B9-983F-B9439ABE11AE}" destId="{7F28A045-EDDE-493D-8989-152E3C3363FD}" srcOrd="4" destOrd="0" presId="urn:microsoft.com/office/officeart/2018/2/layout/IconLabelList"/>
    <dgm:cxn modelId="{555EB0C5-BB31-450C-BBD9-F9F8459CCF47}" type="presParOf" srcId="{7F28A045-EDDE-493D-8989-152E3C3363FD}" destId="{D75E9CE9-B8F1-4AE4-ADEF-69CDC468F739}" srcOrd="0" destOrd="0" presId="urn:microsoft.com/office/officeart/2018/2/layout/IconLabelList"/>
    <dgm:cxn modelId="{71960732-4DCC-4C35-B6C1-34F1DB6F9372}" type="presParOf" srcId="{7F28A045-EDDE-493D-8989-152E3C3363FD}" destId="{1029E609-3518-407A-9F35-016F22F509F8}" srcOrd="1" destOrd="0" presId="urn:microsoft.com/office/officeart/2018/2/layout/IconLabelList"/>
    <dgm:cxn modelId="{2E65C5B0-EC47-4805-878B-223D7D549A35}" type="presParOf" srcId="{7F28A045-EDDE-493D-8989-152E3C3363FD}" destId="{B0D7784B-A5C2-49B8-B009-2DE3855962B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8476BB7-1986-46C3-A53A-4F3600FA21C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EBF0559-03FC-4281-B1A3-315EF9BE18D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RTC maintains accurate time</a:t>
          </a:r>
        </a:p>
      </dgm:t>
    </dgm:pt>
    <dgm:pt modelId="{D7B915E1-F89F-4891-8C54-3077E97BD381}" type="parTrans" cxnId="{AC2A5EB0-9E6A-42E5-A7AB-31B4091378CB}">
      <dgm:prSet/>
      <dgm:spPr/>
      <dgm:t>
        <a:bodyPr/>
        <a:lstStyle/>
        <a:p>
          <a:endParaRPr lang="en-US"/>
        </a:p>
      </dgm:t>
    </dgm:pt>
    <dgm:pt modelId="{B712180F-87BF-421B-AD6B-EE8C26108377}" type="sibTrans" cxnId="{AC2A5EB0-9E6A-42E5-A7AB-31B4091378CB}">
      <dgm:prSet/>
      <dgm:spPr/>
      <dgm:t>
        <a:bodyPr/>
        <a:lstStyle/>
        <a:p>
          <a:endParaRPr lang="en-US"/>
        </a:p>
      </dgm:t>
    </dgm:pt>
    <dgm:pt modelId="{81D54074-F68F-452C-B8BF-A68E057BD4F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Supports scheduling</a:t>
          </a:r>
        </a:p>
      </dgm:t>
    </dgm:pt>
    <dgm:pt modelId="{3477A665-FED3-4386-A21B-365467BC6055}" type="parTrans" cxnId="{9C56D191-2B82-4536-9C65-60DE358F6613}">
      <dgm:prSet/>
      <dgm:spPr/>
      <dgm:t>
        <a:bodyPr/>
        <a:lstStyle/>
        <a:p>
          <a:endParaRPr lang="en-US"/>
        </a:p>
      </dgm:t>
    </dgm:pt>
    <dgm:pt modelId="{CCE3F4E7-AED7-4093-A34F-694484F0E36E}" type="sibTrans" cxnId="{9C56D191-2B82-4536-9C65-60DE358F6613}">
      <dgm:prSet/>
      <dgm:spPr/>
      <dgm:t>
        <a:bodyPr/>
        <a:lstStyle/>
        <a:p>
          <a:endParaRPr lang="en-US"/>
        </a:p>
      </dgm:t>
    </dgm:pt>
    <dgm:pt modelId="{E23C1EA2-EE3C-46D5-B41A-9532C98EBB1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Blynk / Node-RED for remote control</a:t>
          </a:r>
        </a:p>
      </dgm:t>
    </dgm:pt>
    <dgm:pt modelId="{D7696DC3-B513-4158-B477-C793461B8EFA}" type="parTrans" cxnId="{65AF9E6C-FDAA-4D57-81FE-74DBC8665F5B}">
      <dgm:prSet/>
      <dgm:spPr/>
      <dgm:t>
        <a:bodyPr/>
        <a:lstStyle/>
        <a:p>
          <a:endParaRPr lang="en-US"/>
        </a:p>
      </dgm:t>
    </dgm:pt>
    <dgm:pt modelId="{94EE8A9D-6097-4A39-8DF7-100FFD944E9C}" type="sibTrans" cxnId="{65AF9E6C-FDAA-4D57-81FE-74DBC8665F5B}">
      <dgm:prSet/>
      <dgm:spPr/>
      <dgm:t>
        <a:bodyPr/>
        <a:lstStyle/>
        <a:p>
          <a:endParaRPr lang="en-US"/>
        </a:p>
      </dgm:t>
    </dgm:pt>
    <dgm:pt modelId="{3A33486D-8066-4DBD-BAEA-74A88C206FD2}" type="pres">
      <dgm:prSet presAssocID="{78476BB7-1986-46C3-A53A-4F3600FA21C4}" presName="root" presStyleCnt="0">
        <dgm:presLayoutVars>
          <dgm:dir/>
          <dgm:resizeHandles val="exact"/>
        </dgm:presLayoutVars>
      </dgm:prSet>
      <dgm:spPr/>
    </dgm:pt>
    <dgm:pt modelId="{4490E244-23D0-469F-9483-0B5A7401B3C5}" type="pres">
      <dgm:prSet presAssocID="{CEBF0559-03FC-4281-B1A3-315EF9BE18DA}" presName="compNode" presStyleCnt="0"/>
      <dgm:spPr/>
    </dgm:pt>
    <dgm:pt modelId="{972EECA4-7269-4CED-9D8E-BE94712F218E}" type="pres">
      <dgm:prSet presAssocID="{CEBF0559-03FC-4281-B1A3-315EF9BE18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3CB63F9-9210-42E7-9CFC-93D9AC9409AE}" type="pres">
      <dgm:prSet presAssocID="{CEBF0559-03FC-4281-B1A3-315EF9BE18DA}" presName="spaceRect" presStyleCnt="0"/>
      <dgm:spPr/>
    </dgm:pt>
    <dgm:pt modelId="{D794EA75-F26F-442D-8663-191070FC7E97}" type="pres">
      <dgm:prSet presAssocID="{CEBF0559-03FC-4281-B1A3-315EF9BE18DA}" presName="textRect" presStyleLbl="revTx" presStyleIdx="0" presStyleCnt="3">
        <dgm:presLayoutVars>
          <dgm:chMax val="1"/>
          <dgm:chPref val="1"/>
        </dgm:presLayoutVars>
      </dgm:prSet>
      <dgm:spPr/>
    </dgm:pt>
    <dgm:pt modelId="{382A08D6-12D3-43E6-8CEB-861E9A7D1858}" type="pres">
      <dgm:prSet presAssocID="{B712180F-87BF-421B-AD6B-EE8C26108377}" presName="sibTrans" presStyleCnt="0"/>
      <dgm:spPr/>
    </dgm:pt>
    <dgm:pt modelId="{C80ADA7C-EAC3-4D59-853F-C0557E320CAF}" type="pres">
      <dgm:prSet presAssocID="{81D54074-F68F-452C-B8BF-A68E057BD4F3}" presName="compNode" presStyleCnt="0"/>
      <dgm:spPr/>
    </dgm:pt>
    <dgm:pt modelId="{89CDA1B5-1ACB-49D8-8AFC-258000468BF9}" type="pres">
      <dgm:prSet presAssocID="{81D54074-F68F-452C-B8BF-A68E057BD4F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1484ACB4-18E2-46C6-B6C6-10675B43B321}" type="pres">
      <dgm:prSet presAssocID="{81D54074-F68F-452C-B8BF-A68E057BD4F3}" presName="spaceRect" presStyleCnt="0"/>
      <dgm:spPr/>
    </dgm:pt>
    <dgm:pt modelId="{36314786-94FA-4C7B-9C5C-D0DF7BC64346}" type="pres">
      <dgm:prSet presAssocID="{81D54074-F68F-452C-B8BF-A68E057BD4F3}" presName="textRect" presStyleLbl="revTx" presStyleIdx="1" presStyleCnt="3">
        <dgm:presLayoutVars>
          <dgm:chMax val="1"/>
          <dgm:chPref val="1"/>
        </dgm:presLayoutVars>
      </dgm:prSet>
      <dgm:spPr/>
    </dgm:pt>
    <dgm:pt modelId="{C81B4DBD-DFA3-4A58-94AE-E1CD04D771F7}" type="pres">
      <dgm:prSet presAssocID="{CCE3F4E7-AED7-4093-A34F-694484F0E36E}" presName="sibTrans" presStyleCnt="0"/>
      <dgm:spPr/>
    </dgm:pt>
    <dgm:pt modelId="{D1744504-C664-47C3-AB01-FD74FC973F71}" type="pres">
      <dgm:prSet presAssocID="{E23C1EA2-EE3C-46D5-B41A-9532C98EBB14}" presName="compNode" presStyleCnt="0"/>
      <dgm:spPr/>
    </dgm:pt>
    <dgm:pt modelId="{74AB19E4-5D49-479D-9534-BF47148CADEF}" type="pres">
      <dgm:prSet presAssocID="{E23C1EA2-EE3C-46D5-B41A-9532C98EBB1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D44598A5-ED70-4CBE-9FBC-CCD8B2527001}" type="pres">
      <dgm:prSet presAssocID="{E23C1EA2-EE3C-46D5-B41A-9532C98EBB14}" presName="spaceRect" presStyleCnt="0"/>
      <dgm:spPr/>
    </dgm:pt>
    <dgm:pt modelId="{AA627051-972F-48B1-BA32-FB22327F5EA0}" type="pres">
      <dgm:prSet presAssocID="{E23C1EA2-EE3C-46D5-B41A-9532C98EBB1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9898E3A-718D-4A0E-B585-44B60394A29B}" type="presOf" srcId="{81D54074-F68F-452C-B8BF-A68E057BD4F3}" destId="{36314786-94FA-4C7B-9C5C-D0DF7BC64346}" srcOrd="0" destOrd="0" presId="urn:microsoft.com/office/officeart/2018/2/layout/IconLabelList"/>
    <dgm:cxn modelId="{EA4B8163-FAA2-4692-B2F6-3D3A16AD112E}" type="presOf" srcId="{78476BB7-1986-46C3-A53A-4F3600FA21C4}" destId="{3A33486D-8066-4DBD-BAEA-74A88C206FD2}" srcOrd="0" destOrd="0" presId="urn:microsoft.com/office/officeart/2018/2/layout/IconLabelList"/>
    <dgm:cxn modelId="{F06EC966-565A-4A21-AAB7-D31200AA72D2}" type="presOf" srcId="{CEBF0559-03FC-4281-B1A3-315EF9BE18DA}" destId="{D794EA75-F26F-442D-8663-191070FC7E97}" srcOrd="0" destOrd="0" presId="urn:microsoft.com/office/officeart/2018/2/layout/IconLabelList"/>
    <dgm:cxn modelId="{65AF9E6C-FDAA-4D57-81FE-74DBC8665F5B}" srcId="{78476BB7-1986-46C3-A53A-4F3600FA21C4}" destId="{E23C1EA2-EE3C-46D5-B41A-9532C98EBB14}" srcOrd="2" destOrd="0" parTransId="{D7696DC3-B513-4158-B477-C793461B8EFA}" sibTransId="{94EE8A9D-6097-4A39-8DF7-100FFD944E9C}"/>
    <dgm:cxn modelId="{4A576770-7170-4C0D-86C3-E0557BFBC594}" type="presOf" srcId="{E23C1EA2-EE3C-46D5-B41A-9532C98EBB14}" destId="{AA627051-972F-48B1-BA32-FB22327F5EA0}" srcOrd="0" destOrd="0" presId="urn:microsoft.com/office/officeart/2018/2/layout/IconLabelList"/>
    <dgm:cxn modelId="{9C56D191-2B82-4536-9C65-60DE358F6613}" srcId="{78476BB7-1986-46C3-A53A-4F3600FA21C4}" destId="{81D54074-F68F-452C-B8BF-A68E057BD4F3}" srcOrd="1" destOrd="0" parTransId="{3477A665-FED3-4386-A21B-365467BC6055}" sibTransId="{CCE3F4E7-AED7-4093-A34F-694484F0E36E}"/>
    <dgm:cxn modelId="{AC2A5EB0-9E6A-42E5-A7AB-31B4091378CB}" srcId="{78476BB7-1986-46C3-A53A-4F3600FA21C4}" destId="{CEBF0559-03FC-4281-B1A3-315EF9BE18DA}" srcOrd="0" destOrd="0" parTransId="{D7B915E1-F89F-4891-8C54-3077E97BD381}" sibTransId="{B712180F-87BF-421B-AD6B-EE8C26108377}"/>
    <dgm:cxn modelId="{0BAFB326-5E91-4F43-9EF4-61E7EEAD743E}" type="presParOf" srcId="{3A33486D-8066-4DBD-BAEA-74A88C206FD2}" destId="{4490E244-23D0-469F-9483-0B5A7401B3C5}" srcOrd="0" destOrd="0" presId="urn:microsoft.com/office/officeart/2018/2/layout/IconLabelList"/>
    <dgm:cxn modelId="{6DF805B5-351F-4EF9-967D-169D2070F24A}" type="presParOf" srcId="{4490E244-23D0-469F-9483-0B5A7401B3C5}" destId="{972EECA4-7269-4CED-9D8E-BE94712F218E}" srcOrd="0" destOrd="0" presId="urn:microsoft.com/office/officeart/2018/2/layout/IconLabelList"/>
    <dgm:cxn modelId="{B3E2FFB6-3CB5-4337-A940-6ED4BD616B08}" type="presParOf" srcId="{4490E244-23D0-469F-9483-0B5A7401B3C5}" destId="{83CB63F9-9210-42E7-9CFC-93D9AC9409AE}" srcOrd="1" destOrd="0" presId="urn:microsoft.com/office/officeart/2018/2/layout/IconLabelList"/>
    <dgm:cxn modelId="{987C614D-6BB3-4F47-A620-F38386D7B544}" type="presParOf" srcId="{4490E244-23D0-469F-9483-0B5A7401B3C5}" destId="{D794EA75-F26F-442D-8663-191070FC7E97}" srcOrd="2" destOrd="0" presId="urn:microsoft.com/office/officeart/2018/2/layout/IconLabelList"/>
    <dgm:cxn modelId="{F6D57543-9A04-43A6-95E4-FEB3D5CEFBDB}" type="presParOf" srcId="{3A33486D-8066-4DBD-BAEA-74A88C206FD2}" destId="{382A08D6-12D3-43E6-8CEB-861E9A7D1858}" srcOrd="1" destOrd="0" presId="urn:microsoft.com/office/officeart/2018/2/layout/IconLabelList"/>
    <dgm:cxn modelId="{716210CE-57BC-440D-A036-B3F19C31BB91}" type="presParOf" srcId="{3A33486D-8066-4DBD-BAEA-74A88C206FD2}" destId="{C80ADA7C-EAC3-4D59-853F-C0557E320CAF}" srcOrd="2" destOrd="0" presId="urn:microsoft.com/office/officeart/2018/2/layout/IconLabelList"/>
    <dgm:cxn modelId="{402A5EBE-1396-4483-BB09-92A7A020197E}" type="presParOf" srcId="{C80ADA7C-EAC3-4D59-853F-C0557E320CAF}" destId="{89CDA1B5-1ACB-49D8-8AFC-258000468BF9}" srcOrd="0" destOrd="0" presId="urn:microsoft.com/office/officeart/2018/2/layout/IconLabelList"/>
    <dgm:cxn modelId="{45F2CC73-C697-4187-92C3-64CF2AC79272}" type="presParOf" srcId="{C80ADA7C-EAC3-4D59-853F-C0557E320CAF}" destId="{1484ACB4-18E2-46C6-B6C6-10675B43B321}" srcOrd="1" destOrd="0" presId="urn:microsoft.com/office/officeart/2018/2/layout/IconLabelList"/>
    <dgm:cxn modelId="{35D1F756-7B5E-4531-A1C3-EF44E3ED6ED8}" type="presParOf" srcId="{C80ADA7C-EAC3-4D59-853F-C0557E320CAF}" destId="{36314786-94FA-4C7B-9C5C-D0DF7BC64346}" srcOrd="2" destOrd="0" presId="urn:microsoft.com/office/officeart/2018/2/layout/IconLabelList"/>
    <dgm:cxn modelId="{8DD7C229-0A1A-4E0C-B6EE-59EBB17D1281}" type="presParOf" srcId="{3A33486D-8066-4DBD-BAEA-74A88C206FD2}" destId="{C81B4DBD-DFA3-4A58-94AE-E1CD04D771F7}" srcOrd="3" destOrd="0" presId="urn:microsoft.com/office/officeart/2018/2/layout/IconLabelList"/>
    <dgm:cxn modelId="{C4AC1307-DF1E-4626-8354-36892FD48280}" type="presParOf" srcId="{3A33486D-8066-4DBD-BAEA-74A88C206FD2}" destId="{D1744504-C664-47C3-AB01-FD74FC973F71}" srcOrd="4" destOrd="0" presId="urn:microsoft.com/office/officeart/2018/2/layout/IconLabelList"/>
    <dgm:cxn modelId="{C461396B-F859-4477-A46D-ADBDC7AEB9A6}" type="presParOf" srcId="{D1744504-C664-47C3-AB01-FD74FC973F71}" destId="{74AB19E4-5D49-479D-9534-BF47148CADEF}" srcOrd="0" destOrd="0" presId="urn:microsoft.com/office/officeart/2018/2/layout/IconLabelList"/>
    <dgm:cxn modelId="{4C3A01DF-3115-489A-8A22-C4989A9A7C7B}" type="presParOf" srcId="{D1744504-C664-47C3-AB01-FD74FC973F71}" destId="{D44598A5-ED70-4CBE-9FBC-CCD8B2527001}" srcOrd="1" destOrd="0" presId="urn:microsoft.com/office/officeart/2018/2/layout/IconLabelList"/>
    <dgm:cxn modelId="{7305D43D-B836-47AB-9C2D-06E0A702871A}" type="presParOf" srcId="{D1744504-C664-47C3-AB01-FD74FC973F71}" destId="{AA627051-972F-48B1-BA32-FB22327F5EA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CE5D9F5-D4B0-4D8F-8382-6C14DEEE12CC}" type="doc">
      <dgm:prSet loTypeId="urn:microsoft.com/office/officeart/2005/8/layout/cycle1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3FF82F-0F7D-49D2-AE37-EFBF186ED85F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ESP32 connects to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WiFi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C04E6C-8D6F-41B6-836C-B16150D06A08}" type="parTrans" cxnId="{8BC26884-98CC-4E1A-87AF-CDF7F8BFD3CD}">
      <dgm:prSet/>
      <dgm:spPr/>
      <dgm:t>
        <a:bodyPr/>
        <a:lstStyle/>
        <a:p>
          <a:endParaRPr lang="en-US"/>
        </a:p>
      </dgm:t>
    </dgm:pt>
    <dgm:pt modelId="{3DB6F986-07E1-4FAD-8076-85A7B62AEC06}" type="sibTrans" cxnId="{8BC26884-98CC-4E1A-87AF-CDF7F8BFD3C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3389A7-22C1-4870-88B5-9FEC771B3A28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User controls devices via dashboard</a:t>
          </a:r>
        </a:p>
      </dgm:t>
    </dgm:pt>
    <dgm:pt modelId="{391D5B29-08DD-43DF-BEE1-038DFFC9B2CC}" type="parTrans" cxnId="{F0FC6E13-23F0-4CE9-8C69-6957D36A9247}">
      <dgm:prSet/>
      <dgm:spPr/>
      <dgm:t>
        <a:bodyPr/>
        <a:lstStyle/>
        <a:p>
          <a:endParaRPr lang="en-US"/>
        </a:p>
      </dgm:t>
    </dgm:pt>
    <dgm:pt modelId="{29AFD947-1DE4-4925-8FCF-0FCD25C1F36C}" type="sibTrans" cxnId="{F0FC6E13-23F0-4CE9-8C69-6957D36A924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3E30A8-0042-44B1-B688-B7CE95AAC03E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Commands sent to ESP32</a:t>
          </a:r>
        </a:p>
      </dgm:t>
    </dgm:pt>
    <dgm:pt modelId="{9583AA11-EE77-4EBF-A13F-85576D5BA931}" type="parTrans" cxnId="{EAD595FD-17FB-4427-8B2B-1C2A13F57101}">
      <dgm:prSet/>
      <dgm:spPr/>
      <dgm:t>
        <a:bodyPr/>
        <a:lstStyle/>
        <a:p>
          <a:endParaRPr lang="en-US"/>
        </a:p>
      </dgm:t>
    </dgm:pt>
    <dgm:pt modelId="{A91DB9A0-3467-4E76-BCF2-CEC6F9F47216}" type="sibTrans" cxnId="{EAD595FD-17FB-4427-8B2B-1C2A13F5710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CA3D4C-23E0-4341-BC83-CDCAA0CC9F1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Relays &amp; servo execute actions</a:t>
          </a:r>
        </a:p>
      </dgm:t>
    </dgm:pt>
    <dgm:pt modelId="{7CFC216D-57A2-4078-B134-31F5B8FAC0FD}" type="parTrans" cxnId="{BA8915DC-13F2-4B85-85BB-FC9C2663C11E}">
      <dgm:prSet/>
      <dgm:spPr/>
      <dgm:t>
        <a:bodyPr/>
        <a:lstStyle/>
        <a:p>
          <a:endParaRPr lang="en-US"/>
        </a:p>
      </dgm:t>
    </dgm:pt>
    <dgm:pt modelId="{959F9B6F-A590-4BC6-914F-92D695A4168E}" type="sibTrans" cxnId="{BA8915DC-13F2-4B85-85BB-FC9C2663C11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242B056-B365-474D-80FE-D8DCFD0D5741}" type="pres">
      <dgm:prSet presAssocID="{ECE5D9F5-D4B0-4D8F-8382-6C14DEEE12CC}" presName="cycle" presStyleCnt="0">
        <dgm:presLayoutVars>
          <dgm:dir/>
          <dgm:resizeHandles val="exact"/>
        </dgm:presLayoutVars>
      </dgm:prSet>
      <dgm:spPr/>
    </dgm:pt>
    <dgm:pt modelId="{75826082-E057-4DD7-B246-77DEE8A90F5B}" type="pres">
      <dgm:prSet presAssocID="{D13FF82F-0F7D-49D2-AE37-EFBF186ED85F}" presName="dummy" presStyleCnt="0"/>
      <dgm:spPr/>
    </dgm:pt>
    <dgm:pt modelId="{6F828C59-CF31-43CE-A2C9-A2CDBB9EAD83}" type="pres">
      <dgm:prSet presAssocID="{D13FF82F-0F7D-49D2-AE37-EFBF186ED85F}" presName="node" presStyleLbl="revTx" presStyleIdx="0" presStyleCnt="4">
        <dgm:presLayoutVars>
          <dgm:bulletEnabled val="1"/>
        </dgm:presLayoutVars>
      </dgm:prSet>
      <dgm:spPr/>
    </dgm:pt>
    <dgm:pt modelId="{B2B4DD70-D953-4C31-B626-7956AC31F06D}" type="pres">
      <dgm:prSet presAssocID="{3DB6F986-07E1-4FAD-8076-85A7B62AEC06}" presName="sibTrans" presStyleLbl="node1" presStyleIdx="0" presStyleCnt="4"/>
      <dgm:spPr/>
    </dgm:pt>
    <dgm:pt modelId="{63D06AD4-210C-43C9-BE31-CEA6B754ED93}" type="pres">
      <dgm:prSet presAssocID="{CA3389A7-22C1-4870-88B5-9FEC771B3A28}" presName="dummy" presStyleCnt="0"/>
      <dgm:spPr/>
    </dgm:pt>
    <dgm:pt modelId="{80406375-AF7C-4314-A538-5DE1B6A10134}" type="pres">
      <dgm:prSet presAssocID="{CA3389A7-22C1-4870-88B5-9FEC771B3A28}" presName="node" presStyleLbl="revTx" presStyleIdx="1" presStyleCnt="4">
        <dgm:presLayoutVars>
          <dgm:bulletEnabled val="1"/>
        </dgm:presLayoutVars>
      </dgm:prSet>
      <dgm:spPr/>
    </dgm:pt>
    <dgm:pt modelId="{16A5517E-61C1-4B01-AEBE-662219CAF440}" type="pres">
      <dgm:prSet presAssocID="{29AFD947-1DE4-4925-8FCF-0FCD25C1F36C}" presName="sibTrans" presStyleLbl="node1" presStyleIdx="1" presStyleCnt="4"/>
      <dgm:spPr/>
    </dgm:pt>
    <dgm:pt modelId="{F60FC078-85C0-4878-A281-470985F6FCE2}" type="pres">
      <dgm:prSet presAssocID="{733E30A8-0042-44B1-B688-B7CE95AAC03E}" presName="dummy" presStyleCnt="0"/>
      <dgm:spPr/>
    </dgm:pt>
    <dgm:pt modelId="{AFF037CD-AC1F-4E26-A85D-E0DD6D465755}" type="pres">
      <dgm:prSet presAssocID="{733E30A8-0042-44B1-B688-B7CE95AAC03E}" presName="node" presStyleLbl="revTx" presStyleIdx="2" presStyleCnt="4">
        <dgm:presLayoutVars>
          <dgm:bulletEnabled val="1"/>
        </dgm:presLayoutVars>
      </dgm:prSet>
      <dgm:spPr/>
    </dgm:pt>
    <dgm:pt modelId="{14A161CF-92E5-4135-9CE9-467253A8712E}" type="pres">
      <dgm:prSet presAssocID="{A91DB9A0-3467-4E76-BCF2-CEC6F9F47216}" presName="sibTrans" presStyleLbl="node1" presStyleIdx="2" presStyleCnt="4"/>
      <dgm:spPr/>
    </dgm:pt>
    <dgm:pt modelId="{9F6A6ACA-01B4-4247-9AF1-94133919880D}" type="pres">
      <dgm:prSet presAssocID="{BBCA3D4C-23E0-4341-BC83-CDCAA0CC9F13}" presName="dummy" presStyleCnt="0"/>
      <dgm:spPr/>
    </dgm:pt>
    <dgm:pt modelId="{76A8F948-E517-4F59-911A-2A37CB3E0214}" type="pres">
      <dgm:prSet presAssocID="{BBCA3D4C-23E0-4341-BC83-CDCAA0CC9F13}" presName="node" presStyleLbl="revTx" presStyleIdx="3" presStyleCnt="4">
        <dgm:presLayoutVars>
          <dgm:bulletEnabled val="1"/>
        </dgm:presLayoutVars>
      </dgm:prSet>
      <dgm:spPr/>
    </dgm:pt>
    <dgm:pt modelId="{A1C2DFA8-1660-4D74-8266-A7C9F41C8850}" type="pres">
      <dgm:prSet presAssocID="{959F9B6F-A590-4BC6-914F-92D695A4168E}" presName="sibTrans" presStyleLbl="node1" presStyleIdx="3" presStyleCnt="4"/>
      <dgm:spPr/>
    </dgm:pt>
  </dgm:ptLst>
  <dgm:cxnLst>
    <dgm:cxn modelId="{F0FC6E13-23F0-4CE9-8C69-6957D36A9247}" srcId="{ECE5D9F5-D4B0-4D8F-8382-6C14DEEE12CC}" destId="{CA3389A7-22C1-4870-88B5-9FEC771B3A28}" srcOrd="1" destOrd="0" parTransId="{391D5B29-08DD-43DF-BEE1-038DFFC9B2CC}" sibTransId="{29AFD947-1DE4-4925-8FCF-0FCD25C1F36C}"/>
    <dgm:cxn modelId="{6D633443-B46B-49A5-B50A-7DF9469E4080}" type="presOf" srcId="{CA3389A7-22C1-4870-88B5-9FEC771B3A28}" destId="{80406375-AF7C-4314-A538-5DE1B6A10134}" srcOrd="0" destOrd="0" presId="urn:microsoft.com/office/officeart/2005/8/layout/cycle1"/>
    <dgm:cxn modelId="{CC618663-811B-4BAE-BA11-3767116280B6}" type="presOf" srcId="{BBCA3D4C-23E0-4341-BC83-CDCAA0CC9F13}" destId="{76A8F948-E517-4F59-911A-2A37CB3E0214}" srcOrd="0" destOrd="0" presId="urn:microsoft.com/office/officeart/2005/8/layout/cycle1"/>
    <dgm:cxn modelId="{D0CE206B-2E64-4D41-AA09-DA23176FB139}" type="presOf" srcId="{A91DB9A0-3467-4E76-BCF2-CEC6F9F47216}" destId="{14A161CF-92E5-4135-9CE9-467253A8712E}" srcOrd="0" destOrd="0" presId="urn:microsoft.com/office/officeart/2005/8/layout/cycle1"/>
    <dgm:cxn modelId="{BAA82078-DB8D-4132-8B83-344C709F31B9}" type="presOf" srcId="{733E30A8-0042-44B1-B688-B7CE95AAC03E}" destId="{AFF037CD-AC1F-4E26-A85D-E0DD6D465755}" srcOrd="0" destOrd="0" presId="urn:microsoft.com/office/officeart/2005/8/layout/cycle1"/>
    <dgm:cxn modelId="{9AF00659-8010-483F-BEBF-1699741FFC16}" type="presOf" srcId="{29AFD947-1DE4-4925-8FCF-0FCD25C1F36C}" destId="{16A5517E-61C1-4B01-AEBE-662219CAF440}" srcOrd="0" destOrd="0" presId="urn:microsoft.com/office/officeart/2005/8/layout/cycle1"/>
    <dgm:cxn modelId="{8BC26884-98CC-4E1A-87AF-CDF7F8BFD3CD}" srcId="{ECE5D9F5-D4B0-4D8F-8382-6C14DEEE12CC}" destId="{D13FF82F-0F7D-49D2-AE37-EFBF186ED85F}" srcOrd="0" destOrd="0" parTransId="{06C04E6C-8D6F-41B6-836C-B16150D06A08}" sibTransId="{3DB6F986-07E1-4FAD-8076-85A7B62AEC06}"/>
    <dgm:cxn modelId="{BBB3908E-75E5-4905-8B98-F9FA0FED6E87}" type="presOf" srcId="{ECE5D9F5-D4B0-4D8F-8382-6C14DEEE12CC}" destId="{F242B056-B365-474D-80FE-D8DCFD0D5741}" srcOrd="0" destOrd="0" presId="urn:microsoft.com/office/officeart/2005/8/layout/cycle1"/>
    <dgm:cxn modelId="{8D486991-C20A-427E-8F1E-422A4A229B6B}" type="presOf" srcId="{3DB6F986-07E1-4FAD-8076-85A7B62AEC06}" destId="{B2B4DD70-D953-4C31-B626-7956AC31F06D}" srcOrd="0" destOrd="0" presId="urn:microsoft.com/office/officeart/2005/8/layout/cycle1"/>
    <dgm:cxn modelId="{4DB272B1-34A4-4CC6-8240-577817EEB9C4}" type="presOf" srcId="{D13FF82F-0F7D-49D2-AE37-EFBF186ED85F}" destId="{6F828C59-CF31-43CE-A2C9-A2CDBB9EAD83}" srcOrd="0" destOrd="0" presId="urn:microsoft.com/office/officeart/2005/8/layout/cycle1"/>
    <dgm:cxn modelId="{BA8915DC-13F2-4B85-85BB-FC9C2663C11E}" srcId="{ECE5D9F5-D4B0-4D8F-8382-6C14DEEE12CC}" destId="{BBCA3D4C-23E0-4341-BC83-CDCAA0CC9F13}" srcOrd="3" destOrd="0" parTransId="{7CFC216D-57A2-4078-B134-31F5B8FAC0FD}" sibTransId="{959F9B6F-A590-4BC6-914F-92D695A4168E}"/>
    <dgm:cxn modelId="{B25213E3-296D-4AC7-B587-6C2DDA2F1F6C}" type="presOf" srcId="{959F9B6F-A590-4BC6-914F-92D695A4168E}" destId="{A1C2DFA8-1660-4D74-8266-A7C9F41C8850}" srcOrd="0" destOrd="0" presId="urn:microsoft.com/office/officeart/2005/8/layout/cycle1"/>
    <dgm:cxn modelId="{EAD595FD-17FB-4427-8B2B-1C2A13F57101}" srcId="{ECE5D9F5-D4B0-4D8F-8382-6C14DEEE12CC}" destId="{733E30A8-0042-44B1-B688-B7CE95AAC03E}" srcOrd="2" destOrd="0" parTransId="{9583AA11-EE77-4EBF-A13F-85576D5BA931}" sibTransId="{A91DB9A0-3467-4E76-BCF2-CEC6F9F47216}"/>
    <dgm:cxn modelId="{F5D6DCAA-660B-4504-8037-A1C4BD542796}" type="presParOf" srcId="{F242B056-B365-474D-80FE-D8DCFD0D5741}" destId="{75826082-E057-4DD7-B246-77DEE8A90F5B}" srcOrd="0" destOrd="0" presId="urn:microsoft.com/office/officeart/2005/8/layout/cycle1"/>
    <dgm:cxn modelId="{3B3860DE-6A11-4378-A41B-C6B1C214A118}" type="presParOf" srcId="{F242B056-B365-474D-80FE-D8DCFD0D5741}" destId="{6F828C59-CF31-43CE-A2C9-A2CDBB9EAD83}" srcOrd="1" destOrd="0" presId="urn:microsoft.com/office/officeart/2005/8/layout/cycle1"/>
    <dgm:cxn modelId="{8A850A99-4570-42E7-B417-A5AAE356F255}" type="presParOf" srcId="{F242B056-B365-474D-80FE-D8DCFD0D5741}" destId="{B2B4DD70-D953-4C31-B626-7956AC31F06D}" srcOrd="2" destOrd="0" presId="urn:microsoft.com/office/officeart/2005/8/layout/cycle1"/>
    <dgm:cxn modelId="{218D82EF-97E2-407D-8E02-AD4FAD55C128}" type="presParOf" srcId="{F242B056-B365-474D-80FE-D8DCFD0D5741}" destId="{63D06AD4-210C-43C9-BE31-CEA6B754ED93}" srcOrd="3" destOrd="0" presId="urn:microsoft.com/office/officeart/2005/8/layout/cycle1"/>
    <dgm:cxn modelId="{D93F2482-C172-48E4-879F-DB6645F69566}" type="presParOf" srcId="{F242B056-B365-474D-80FE-D8DCFD0D5741}" destId="{80406375-AF7C-4314-A538-5DE1B6A10134}" srcOrd="4" destOrd="0" presId="urn:microsoft.com/office/officeart/2005/8/layout/cycle1"/>
    <dgm:cxn modelId="{6D751EFB-C6A3-43EA-9E5F-6FA47C34F34A}" type="presParOf" srcId="{F242B056-B365-474D-80FE-D8DCFD0D5741}" destId="{16A5517E-61C1-4B01-AEBE-662219CAF440}" srcOrd="5" destOrd="0" presId="urn:microsoft.com/office/officeart/2005/8/layout/cycle1"/>
    <dgm:cxn modelId="{28B5F860-44E0-40E5-B167-6C697CCF1722}" type="presParOf" srcId="{F242B056-B365-474D-80FE-D8DCFD0D5741}" destId="{F60FC078-85C0-4878-A281-470985F6FCE2}" srcOrd="6" destOrd="0" presId="urn:microsoft.com/office/officeart/2005/8/layout/cycle1"/>
    <dgm:cxn modelId="{4D321296-6BE3-4C89-8B9A-79E96A2FAAA7}" type="presParOf" srcId="{F242B056-B365-474D-80FE-D8DCFD0D5741}" destId="{AFF037CD-AC1F-4E26-A85D-E0DD6D465755}" srcOrd="7" destOrd="0" presId="urn:microsoft.com/office/officeart/2005/8/layout/cycle1"/>
    <dgm:cxn modelId="{C0D48744-F3EC-4E28-880E-7CC0E342DFF0}" type="presParOf" srcId="{F242B056-B365-474D-80FE-D8DCFD0D5741}" destId="{14A161CF-92E5-4135-9CE9-467253A8712E}" srcOrd="8" destOrd="0" presId="urn:microsoft.com/office/officeart/2005/8/layout/cycle1"/>
    <dgm:cxn modelId="{71DA395D-A2A3-4AC0-9DB0-F90DC4DD9136}" type="presParOf" srcId="{F242B056-B365-474D-80FE-D8DCFD0D5741}" destId="{9F6A6ACA-01B4-4247-9AF1-94133919880D}" srcOrd="9" destOrd="0" presId="urn:microsoft.com/office/officeart/2005/8/layout/cycle1"/>
    <dgm:cxn modelId="{00B22357-E53E-4A6F-B7C6-540F4325CF08}" type="presParOf" srcId="{F242B056-B365-474D-80FE-D8DCFD0D5741}" destId="{76A8F948-E517-4F59-911A-2A37CB3E0214}" srcOrd="10" destOrd="0" presId="urn:microsoft.com/office/officeart/2005/8/layout/cycle1"/>
    <dgm:cxn modelId="{50BD068F-7793-429B-9E11-091C3DADF66B}" type="presParOf" srcId="{F242B056-B365-474D-80FE-D8DCFD0D5741}" destId="{A1C2DFA8-1660-4D74-8266-A7C9F41C8850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747C6F4-6EE2-4EE2-AE0E-D868B943CDC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342A996-6685-4ABE-B2D4-6BD882487615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Smart &amp; efficient aquarium management</a:t>
          </a:r>
        </a:p>
      </dgm:t>
    </dgm:pt>
    <dgm:pt modelId="{4705B0AD-22F3-4EA3-A1E1-4D62FE511F1A}" type="parTrans" cxnId="{EA056FAF-0127-443F-B1CA-279E9A98D457}">
      <dgm:prSet/>
      <dgm:spPr/>
      <dgm:t>
        <a:bodyPr/>
        <a:lstStyle/>
        <a:p>
          <a:endParaRPr lang="en-US"/>
        </a:p>
      </dgm:t>
    </dgm:pt>
    <dgm:pt modelId="{077AA5D9-E399-477B-A33B-3CC0FA6D6187}" type="sibTrans" cxnId="{EA056FAF-0127-443F-B1CA-279E9A98D457}">
      <dgm:prSet/>
      <dgm:spPr/>
      <dgm:t>
        <a:bodyPr/>
        <a:lstStyle/>
        <a:p>
          <a:endParaRPr lang="en-US"/>
        </a:p>
      </dgm:t>
    </dgm:pt>
    <dgm:pt modelId="{84BC570F-8CD8-40AB-8FC7-98B063EF4003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Demonstrates IoT &amp; embedded systems</a:t>
          </a:r>
        </a:p>
      </dgm:t>
    </dgm:pt>
    <dgm:pt modelId="{2C303F55-1915-4900-A464-61D729B6C743}" type="parTrans" cxnId="{F5FDC6D0-26BA-4915-8580-5C346BD6A230}">
      <dgm:prSet/>
      <dgm:spPr/>
      <dgm:t>
        <a:bodyPr/>
        <a:lstStyle/>
        <a:p>
          <a:endParaRPr lang="en-US"/>
        </a:p>
      </dgm:t>
    </dgm:pt>
    <dgm:pt modelId="{991106C8-C31B-4E84-ABF5-98B0C3B11AD5}" type="sibTrans" cxnId="{F5FDC6D0-26BA-4915-8580-5C346BD6A230}">
      <dgm:prSet/>
      <dgm:spPr/>
      <dgm:t>
        <a:bodyPr/>
        <a:lstStyle/>
        <a:p>
          <a:endParaRPr lang="en-US"/>
        </a:p>
      </dgm:t>
    </dgm:pt>
    <dgm:pt modelId="{F8080CDB-7092-4620-864F-00BD08B79B96}">
      <dgm:prSet/>
      <dgm:spPr/>
      <dgm:t>
        <a:bodyPr/>
        <a:lstStyle/>
        <a:p>
          <a:pPr>
            <a:defRPr cap="all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Suitable for educational &amp; domestic use</a:t>
          </a:r>
        </a:p>
      </dgm:t>
    </dgm:pt>
    <dgm:pt modelId="{E4078F2C-7602-4812-858E-B328035C470E}" type="parTrans" cxnId="{D936783F-3D62-4478-9A47-E193A02DD804}">
      <dgm:prSet/>
      <dgm:spPr/>
      <dgm:t>
        <a:bodyPr/>
        <a:lstStyle/>
        <a:p>
          <a:endParaRPr lang="en-US"/>
        </a:p>
      </dgm:t>
    </dgm:pt>
    <dgm:pt modelId="{D983B2A2-4C38-494E-BF6C-C8DA143994FF}" type="sibTrans" cxnId="{D936783F-3D62-4478-9A47-E193A02DD804}">
      <dgm:prSet/>
      <dgm:spPr/>
      <dgm:t>
        <a:bodyPr/>
        <a:lstStyle/>
        <a:p>
          <a:endParaRPr lang="en-US"/>
        </a:p>
      </dgm:t>
    </dgm:pt>
    <dgm:pt modelId="{3DA81791-A079-4E28-B8AB-26A30ADF3AEF}" type="pres">
      <dgm:prSet presAssocID="{7747C6F4-6EE2-4EE2-AE0E-D868B943CDC5}" presName="root" presStyleCnt="0">
        <dgm:presLayoutVars>
          <dgm:dir/>
          <dgm:resizeHandles val="exact"/>
        </dgm:presLayoutVars>
      </dgm:prSet>
      <dgm:spPr/>
    </dgm:pt>
    <dgm:pt modelId="{308640AF-9CF5-45C4-9A5B-BFFD7DB6C7E2}" type="pres">
      <dgm:prSet presAssocID="{B342A996-6685-4ABE-B2D4-6BD882487615}" presName="compNode" presStyleCnt="0"/>
      <dgm:spPr/>
    </dgm:pt>
    <dgm:pt modelId="{147AFC79-E9DA-49B0-B8C2-3613D023A187}" type="pres">
      <dgm:prSet presAssocID="{B342A996-6685-4ABE-B2D4-6BD882487615}" presName="iconBgRect" presStyleLbl="bgShp" presStyleIdx="0" presStyleCnt="3"/>
      <dgm:spPr/>
    </dgm:pt>
    <dgm:pt modelId="{7298998A-FDEE-4374-8FC3-786C82C29B98}" type="pres">
      <dgm:prSet presAssocID="{B342A996-6685-4ABE-B2D4-6BD88248761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shbowl"/>
        </a:ext>
      </dgm:extLst>
    </dgm:pt>
    <dgm:pt modelId="{35A5D0CB-1481-4C59-BCA7-2B2E7A193168}" type="pres">
      <dgm:prSet presAssocID="{B342A996-6685-4ABE-B2D4-6BD882487615}" presName="spaceRect" presStyleCnt="0"/>
      <dgm:spPr/>
    </dgm:pt>
    <dgm:pt modelId="{87ABDCEC-95DA-4687-B299-26695DE5C0E0}" type="pres">
      <dgm:prSet presAssocID="{B342A996-6685-4ABE-B2D4-6BD882487615}" presName="textRect" presStyleLbl="revTx" presStyleIdx="0" presStyleCnt="3">
        <dgm:presLayoutVars>
          <dgm:chMax val="1"/>
          <dgm:chPref val="1"/>
        </dgm:presLayoutVars>
      </dgm:prSet>
      <dgm:spPr/>
    </dgm:pt>
    <dgm:pt modelId="{247CD246-FDDA-4BAC-9343-1530FF7B36AC}" type="pres">
      <dgm:prSet presAssocID="{077AA5D9-E399-477B-A33B-3CC0FA6D6187}" presName="sibTrans" presStyleCnt="0"/>
      <dgm:spPr/>
    </dgm:pt>
    <dgm:pt modelId="{871ABA0A-9262-45E2-A299-68F8EB018E46}" type="pres">
      <dgm:prSet presAssocID="{84BC570F-8CD8-40AB-8FC7-98B063EF4003}" presName="compNode" presStyleCnt="0"/>
      <dgm:spPr/>
    </dgm:pt>
    <dgm:pt modelId="{65B3ACF4-4049-4C04-902E-68876106CE1D}" type="pres">
      <dgm:prSet presAssocID="{84BC570F-8CD8-40AB-8FC7-98B063EF4003}" presName="iconBgRect" presStyleLbl="bgShp" presStyleIdx="1" presStyleCnt="3"/>
      <dgm:spPr/>
    </dgm:pt>
    <dgm:pt modelId="{498B2B96-DA71-4F7A-B170-53D52F92E92D}" type="pres">
      <dgm:prSet presAssocID="{84BC570F-8CD8-40AB-8FC7-98B063EF400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62DA818-644A-4EC3-A4A7-817920362F2D}" type="pres">
      <dgm:prSet presAssocID="{84BC570F-8CD8-40AB-8FC7-98B063EF4003}" presName="spaceRect" presStyleCnt="0"/>
      <dgm:spPr/>
    </dgm:pt>
    <dgm:pt modelId="{7B56C663-D03E-4418-BDBB-7F6493350185}" type="pres">
      <dgm:prSet presAssocID="{84BC570F-8CD8-40AB-8FC7-98B063EF4003}" presName="textRect" presStyleLbl="revTx" presStyleIdx="1" presStyleCnt="3">
        <dgm:presLayoutVars>
          <dgm:chMax val="1"/>
          <dgm:chPref val="1"/>
        </dgm:presLayoutVars>
      </dgm:prSet>
      <dgm:spPr/>
    </dgm:pt>
    <dgm:pt modelId="{B29BD562-5CC3-4C22-8F44-4E897ECCA57B}" type="pres">
      <dgm:prSet presAssocID="{991106C8-C31B-4E84-ABF5-98B0C3B11AD5}" presName="sibTrans" presStyleCnt="0"/>
      <dgm:spPr/>
    </dgm:pt>
    <dgm:pt modelId="{4511D1C4-80FA-4B36-8402-5DB22E95D9BD}" type="pres">
      <dgm:prSet presAssocID="{F8080CDB-7092-4620-864F-00BD08B79B96}" presName="compNode" presStyleCnt="0"/>
      <dgm:spPr/>
    </dgm:pt>
    <dgm:pt modelId="{922FC8FB-9C69-49A9-9C40-55DE6442B383}" type="pres">
      <dgm:prSet presAssocID="{F8080CDB-7092-4620-864F-00BD08B79B96}" presName="iconBgRect" presStyleLbl="bgShp" presStyleIdx="2" presStyleCnt="3"/>
      <dgm:spPr/>
    </dgm:pt>
    <dgm:pt modelId="{C29E39E2-C5B1-4459-BA8E-CCA97928BE73}" type="pres">
      <dgm:prSet presAssocID="{F8080CDB-7092-4620-864F-00BD08B79B9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1162D9CA-C956-4837-80A9-1124061AFBB4}" type="pres">
      <dgm:prSet presAssocID="{F8080CDB-7092-4620-864F-00BD08B79B96}" presName="spaceRect" presStyleCnt="0"/>
      <dgm:spPr/>
    </dgm:pt>
    <dgm:pt modelId="{6D214552-B7DA-4B1D-B31D-9AFE72277BCF}" type="pres">
      <dgm:prSet presAssocID="{F8080CDB-7092-4620-864F-00BD08B79B9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9A06237-019D-4522-B438-3740B91BD9F8}" type="presOf" srcId="{B342A996-6685-4ABE-B2D4-6BD882487615}" destId="{87ABDCEC-95DA-4687-B299-26695DE5C0E0}" srcOrd="0" destOrd="0" presId="urn:microsoft.com/office/officeart/2018/5/layout/IconCircleLabelList"/>
    <dgm:cxn modelId="{D936783F-3D62-4478-9A47-E193A02DD804}" srcId="{7747C6F4-6EE2-4EE2-AE0E-D868B943CDC5}" destId="{F8080CDB-7092-4620-864F-00BD08B79B96}" srcOrd="2" destOrd="0" parTransId="{E4078F2C-7602-4812-858E-B328035C470E}" sibTransId="{D983B2A2-4C38-494E-BF6C-C8DA143994FF}"/>
    <dgm:cxn modelId="{6FDD2442-DCB7-451E-9F0F-9B6F0F71C389}" type="presOf" srcId="{84BC570F-8CD8-40AB-8FC7-98B063EF4003}" destId="{7B56C663-D03E-4418-BDBB-7F6493350185}" srcOrd="0" destOrd="0" presId="urn:microsoft.com/office/officeart/2018/5/layout/IconCircleLabelList"/>
    <dgm:cxn modelId="{8CC4156D-5F0C-4631-8D04-6EC4DEB24BC3}" type="presOf" srcId="{7747C6F4-6EE2-4EE2-AE0E-D868B943CDC5}" destId="{3DA81791-A079-4E28-B8AB-26A30ADF3AEF}" srcOrd="0" destOrd="0" presId="urn:microsoft.com/office/officeart/2018/5/layout/IconCircleLabelList"/>
    <dgm:cxn modelId="{2FA88180-C6D5-4140-BEEB-4D0A13841D51}" type="presOf" srcId="{F8080CDB-7092-4620-864F-00BD08B79B96}" destId="{6D214552-B7DA-4B1D-B31D-9AFE72277BCF}" srcOrd="0" destOrd="0" presId="urn:microsoft.com/office/officeart/2018/5/layout/IconCircleLabelList"/>
    <dgm:cxn modelId="{EA056FAF-0127-443F-B1CA-279E9A98D457}" srcId="{7747C6F4-6EE2-4EE2-AE0E-D868B943CDC5}" destId="{B342A996-6685-4ABE-B2D4-6BD882487615}" srcOrd="0" destOrd="0" parTransId="{4705B0AD-22F3-4EA3-A1E1-4D62FE511F1A}" sibTransId="{077AA5D9-E399-477B-A33B-3CC0FA6D6187}"/>
    <dgm:cxn modelId="{F5FDC6D0-26BA-4915-8580-5C346BD6A230}" srcId="{7747C6F4-6EE2-4EE2-AE0E-D868B943CDC5}" destId="{84BC570F-8CD8-40AB-8FC7-98B063EF4003}" srcOrd="1" destOrd="0" parTransId="{2C303F55-1915-4900-A464-61D729B6C743}" sibTransId="{991106C8-C31B-4E84-ABF5-98B0C3B11AD5}"/>
    <dgm:cxn modelId="{D518C473-449F-4C0F-AB7A-D13A10215510}" type="presParOf" srcId="{3DA81791-A079-4E28-B8AB-26A30ADF3AEF}" destId="{308640AF-9CF5-45C4-9A5B-BFFD7DB6C7E2}" srcOrd="0" destOrd="0" presId="urn:microsoft.com/office/officeart/2018/5/layout/IconCircleLabelList"/>
    <dgm:cxn modelId="{B15D4D12-DA60-4B0B-865A-7FDD1724276B}" type="presParOf" srcId="{308640AF-9CF5-45C4-9A5B-BFFD7DB6C7E2}" destId="{147AFC79-E9DA-49B0-B8C2-3613D023A187}" srcOrd="0" destOrd="0" presId="urn:microsoft.com/office/officeart/2018/5/layout/IconCircleLabelList"/>
    <dgm:cxn modelId="{EF252CCB-9AEF-484C-8A45-D9AF9875B1C7}" type="presParOf" srcId="{308640AF-9CF5-45C4-9A5B-BFFD7DB6C7E2}" destId="{7298998A-FDEE-4374-8FC3-786C82C29B98}" srcOrd="1" destOrd="0" presId="urn:microsoft.com/office/officeart/2018/5/layout/IconCircleLabelList"/>
    <dgm:cxn modelId="{63869611-A2BB-4427-8F7F-D7B248336BAF}" type="presParOf" srcId="{308640AF-9CF5-45C4-9A5B-BFFD7DB6C7E2}" destId="{35A5D0CB-1481-4C59-BCA7-2B2E7A193168}" srcOrd="2" destOrd="0" presId="urn:microsoft.com/office/officeart/2018/5/layout/IconCircleLabelList"/>
    <dgm:cxn modelId="{E920C23D-E569-4577-BD33-9D82354683BD}" type="presParOf" srcId="{308640AF-9CF5-45C4-9A5B-BFFD7DB6C7E2}" destId="{87ABDCEC-95DA-4687-B299-26695DE5C0E0}" srcOrd="3" destOrd="0" presId="urn:microsoft.com/office/officeart/2018/5/layout/IconCircleLabelList"/>
    <dgm:cxn modelId="{5D37B065-4745-4645-ACCE-34650508E740}" type="presParOf" srcId="{3DA81791-A079-4E28-B8AB-26A30ADF3AEF}" destId="{247CD246-FDDA-4BAC-9343-1530FF7B36AC}" srcOrd="1" destOrd="0" presId="urn:microsoft.com/office/officeart/2018/5/layout/IconCircleLabelList"/>
    <dgm:cxn modelId="{0C830D07-41A0-4079-9B7A-CD84BFD832BA}" type="presParOf" srcId="{3DA81791-A079-4E28-B8AB-26A30ADF3AEF}" destId="{871ABA0A-9262-45E2-A299-68F8EB018E46}" srcOrd="2" destOrd="0" presId="urn:microsoft.com/office/officeart/2018/5/layout/IconCircleLabelList"/>
    <dgm:cxn modelId="{2235E91E-9711-4006-BFB0-E905C87C1E6F}" type="presParOf" srcId="{871ABA0A-9262-45E2-A299-68F8EB018E46}" destId="{65B3ACF4-4049-4C04-902E-68876106CE1D}" srcOrd="0" destOrd="0" presId="urn:microsoft.com/office/officeart/2018/5/layout/IconCircleLabelList"/>
    <dgm:cxn modelId="{AE0EF0B1-7CE7-4B3B-B714-9D00F98D8D0F}" type="presParOf" srcId="{871ABA0A-9262-45E2-A299-68F8EB018E46}" destId="{498B2B96-DA71-4F7A-B170-53D52F92E92D}" srcOrd="1" destOrd="0" presId="urn:microsoft.com/office/officeart/2018/5/layout/IconCircleLabelList"/>
    <dgm:cxn modelId="{7F32CC59-4A95-4519-9D21-601D0CB5556C}" type="presParOf" srcId="{871ABA0A-9262-45E2-A299-68F8EB018E46}" destId="{B62DA818-644A-4EC3-A4A7-817920362F2D}" srcOrd="2" destOrd="0" presId="urn:microsoft.com/office/officeart/2018/5/layout/IconCircleLabelList"/>
    <dgm:cxn modelId="{AB6FFDC3-49CF-4257-823D-C961359A9F75}" type="presParOf" srcId="{871ABA0A-9262-45E2-A299-68F8EB018E46}" destId="{7B56C663-D03E-4418-BDBB-7F6493350185}" srcOrd="3" destOrd="0" presId="urn:microsoft.com/office/officeart/2018/5/layout/IconCircleLabelList"/>
    <dgm:cxn modelId="{0DFF9603-0C8D-4973-8E76-39E05AFE2006}" type="presParOf" srcId="{3DA81791-A079-4E28-B8AB-26A30ADF3AEF}" destId="{B29BD562-5CC3-4C22-8F44-4E897ECCA57B}" srcOrd="3" destOrd="0" presId="urn:microsoft.com/office/officeart/2018/5/layout/IconCircleLabelList"/>
    <dgm:cxn modelId="{0759D7C7-F062-49A1-9D9B-2CDAB15C18B3}" type="presParOf" srcId="{3DA81791-A079-4E28-B8AB-26A30ADF3AEF}" destId="{4511D1C4-80FA-4B36-8402-5DB22E95D9BD}" srcOrd="4" destOrd="0" presId="urn:microsoft.com/office/officeart/2018/5/layout/IconCircleLabelList"/>
    <dgm:cxn modelId="{CAF4B037-49CE-46A7-9DDA-F51364E9FB77}" type="presParOf" srcId="{4511D1C4-80FA-4B36-8402-5DB22E95D9BD}" destId="{922FC8FB-9C69-49A9-9C40-55DE6442B383}" srcOrd="0" destOrd="0" presId="urn:microsoft.com/office/officeart/2018/5/layout/IconCircleLabelList"/>
    <dgm:cxn modelId="{851DA774-005B-401F-AAF2-AA0FD8F2F423}" type="presParOf" srcId="{4511D1C4-80FA-4B36-8402-5DB22E95D9BD}" destId="{C29E39E2-C5B1-4459-BA8E-CCA97928BE73}" srcOrd="1" destOrd="0" presId="urn:microsoft.com/office/officeart/2018/5/layout/IconCircleLabelList"/>
    <dgm:cxn modelId="{C8ED689C-F22A-476F-8768-A5CA9F6E7878}" type="presParOf" srcId="{4511D1C4-80FA-4B36-8402-5DB22E95D9BD}" destId="{1162D9CA-C956-4837-80A9-1124061AFBB4}" srcOrd="2" destOrd="0" presId="urn:microsoft.com/office/officeart/2018/5/layout/IconCircleLabelList"/>
    <dgm:cxn modelId="{A797570F-8283-45A8-AA68-64498E61D165}" type="presParOf" srcId="{4511D1C4-80FA-4B36-8402-5DB22E95D9BD}" destId="{6D214552-B7DA-4B1D-B31D-9AFE72277BC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412D554-B835-4FA0-92D2-F9C9DADFEA19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BBFF7F-3F5F-4C87-B25D-7A07AA5D44B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Add temperature &amp; pH sensors</a:t>
          </a:r>
        </a:p>
      </dgm:t>
    </dgm:pt>
    <dgm:pt modelId="{0CCD74FD-DE30-4D59-BE90-09052FE6B48A}" type="parTrans" cxnId="{C43C985E-E007-43E5-8C0B-0C0D37D90123}">
      <dgm:prSet/>
      <dgm:spPr/>
      <dgm:t>
        <a:bodyPr/>
        <a:lstStyle/>
        <a:p>
          <a:endParaRPr lang="en-US"/>
        </a:p>
      </dgm:t>
    </dgm:pt>
    <dgm:pt modelId="{1A390E91-D297-4C29-81E1-CACA6535674F}" type="sibTrans" cxnId="{C43C985E-E007-43E5-8C0B-0C0D37D90123}">
      <dgm:prSet/>
      <dgm:spPr/>
      <dgm:t>
        <a:bodyPr/>
        <a:lstStyle/>
        <a:p>
          <a:endParaRPr lang="en-US"/>
        </a:p>
      </dgm:t>
    </dgm:pt>
    <dgm:pt modelId="{664EF75C-B791-460B-B0E8-0CCAEBA6BF3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Automatic decision-making</a:t>
          </a:r>
        </a:p>
      </dgm:t>
    </dgm:pt>
    <dgm:pt modelId="{06B41F6B-626B-4910-8703-4A4E30CB6206}" type="parTrans" cxnId="{547A87AD-A55A-4FBC-A419-593D219EF569}">
      <dgm:prSet/>
      <dgm:spPr/>
      <dgm:t>
        <a:bodyPr/>
        <a:lstStyle/>
        <a:p>
          <a:endParaRPr lang="en-US"/>
        </a:p>
      </dgm:t>
    </dgm:pt>
    <dgm:pt modelId="{38ADCDD4-EFB9-4DD1-8ADF-60BFFB91933B}" type="sibTrans" cxnId="{547A87AD-A55A-4FBC-A419-593D219EF569}">
      <dgm:prSet/>
      <dgm:spPr/>
      <dgm:t>
        <a:bodyPr/>
        <a:lstStyle/>
        <a:p>
          <a:endParaRPr lang="en-US"/>
        </a:p>
      </dgm:t>
    </dgm:pt>
    <dgm:pt modelId="{2A8AAE57-9D3D-40E8-AD0A-A51E32E8EC8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Data logging &amp; alerts</a:t>
          </a:r>
        </a:p>
      </dgm:t>
    </dgm:pt>
    <dgm:pt modelId="{04EE13CC-AB60-4219-A94E-06E9E270D19E}" type="parTrans" cxnId="{D94E860E-170F-4DBD-ABAD-7649AD8106C9}">
      <dgm:prSet/>
      <dgm:spPr/>
      <dgm:t>
        <a:bodyPr/>
        <a:lstStyle/>
        <a:p>
          <a:endParaRPr lang="en-US"/>
        </a:p>
      </dgm:t>
    </dgm:pt>
    <dgm:pt modelId="{475F3066-485B-4B42-AA04-768506CE0BE7}" type="sibTrans" cxnId="{D94E860E-170F-4DBD-ABAD-7649AD8106C9}">
      <dgm:prSet/>
      <dgm:spPr/>
      <dgm:t>
        <a:bodyPr/>
        <a:lstStyle/>
        <a:p>
          <a:endParaRPr lang="en-US"/>
        </a:p>
      </dgm:t>
    </dgm:pt>
    <dgm:pt modelId="{98A640B8-27BD-4A2B-966A-5E7409FBE32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AI-based control</a:t>
          </a:r>
        </a:p>
      </dgm:t>
    </dgm:pt>
    <dgm:pt modelId="{E5000FAA-9691-497B-86DA-914C61D29938}" type="parTrans" cxnId="{12692F92-453A-44BC-BD7F-AE07364AAD04}">
      <dgm:prSet/>
      <dgm:spPr/>
      <dgm:t>
        <a:bodyPr/>
        <a:lstStyle/>
        <a:p>
          <a:endParaRPr lang="en-US"/>
        </a:p>
      </dgm:t>
    </dgm:pt>
    <dgm:pt modelId="{390F4D9B-7D71-4CE7-A14A-CA1FFD6747F5}" type="sibTrans" cxnId="{12692F92-453A-44BC-BD7F-AE07364AAD04}">
      <dgm:prSet/>
      <dgm:spPr/>
      <dgm:t>
        <a:bodyPr/>
        <a:lstStyle/>
        <a:p>
          <a:endParaRPr lang="en-US"/>
        </a:p>
      </dgm:t>
    </dgm:pt>
    <dgm:pt modelId="{6DB6D950-48F7-445A-8AF1-9BB43B4BA7E2}" type="pres">
      <dgm:prSet presAssocID="{F412D554-B835-4FA0-92D2-F9C9DADFEA19}" presName="root" presStyleCnt="0">
        <dgm:presLayoutVars>
          <dgm:dir/>
          <dgm:resizeHandles val="exact"/>
        </dgm:presLayoutVars>
      </dgm:prSet>
      <dgm:spPr/>
    </dgm:pt>
    <dgm:pt modelId="{EB652C98-5CD8-445C-AE65-766E6BB0F25B}" type="pres">
      <dgm:prSet presAssocID="{06BBFF7F-3F5F-4C87-B25D-7A07AA5D44BB}" presName="compNode" presStyleCnt="0"/>
      <dgm:spPr/>
    </dgm:pt>
    <dgm:pt modelId="{E653438E-CE30-45DE-BE12-941BC222915F}" type="pres">
      <dgm:prSet presAssocID="{06BBFF7F-3F5F-4C87-B25D-7A07AA5D44BB}" presName="iconBgRect" presStyleLbl="bgShp" presStyleIdx="0" presStyleCnt="4"/>
      <dgm:spPr/>
    </dgm:pt>
    <dgm:pt modelId="{B3872B9C-BC50-4949-87E7-69929572440A}" type="pres">
      <dgm:prSet presAssocID="{06BBFF7F-3F5F-4C87-B25D-7A07AA5D44B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DACD0E4E-894D-4EB2-81A2-E53868DB899C}" type="pres">
      <dgm:prSet presAssocID="{06BBFF7F-3F5F-4C87-B25D-7A07AA5D44BB}" presName="spaceRect" presStyleCnt="0"/>
      <dgm:spPr/>
    </dgm:pt>
    <dgm:pt modelId="{5F809AFC-F4F1-4EE6-835C-1862CBB109D4}" type="pres">
      <dgm:prSet presAssocID="{06BBFF7F-3F5F-4C87-B25D-7A07AA5D44BB}" presName="textRect" presStyleLbl="revTx" presStyleIdx="0" presStyleCnt="4">
        <dgm:presLayoutVars>
          <dgm:chMax val="1"/>
          <dgm:chPref val="1"/>
        </dgm:presLayoutVars>
      </dgm:prSet>
      <dgm:spPr/>
    </dgm:pt>
    <dgm:pt modelId="{763E318A-229F-453B-9F47-A4272315B2D8}" type="pres">
      <dgm:prSet presAssocID="{1A390E91-D297-4C29-81E1-CACA6535674F}" presName="sibTrans" presStyleCnt="0"/>
      <dgm:spPr/>
    </dgm:pt>
    <dgm:pt modelId="{35B0C40E-724D-43B4-8A08-57E2FAC163AE}" type="pres">
      <dgm:prSet presAssocID="{664EF75C-B791-460B-B0E8-0CCAEBA6BF3E}" presName="compNode" presStyleCnt="0"/>
      <dgm:spPr/>
    </dgm:pt>
    <dgm:pt modelId="{0B80CDA8-56A4-45CE-A2ED-62CFA816F961}" type="pres">
      <dgm:prSet presAssocID="{664EF75C-B791-460B-B0E8-0CCAEBA6BF3E}" presName="iconBgRect" presStyleLbl="bgShp" presStyleIdx="1" presStyleCnt="4"/>
      <dgm:spPr/>
    </dgm:pt>
    <dgm:pt modelId="{546230FB-DE89-4971-AA37-C43AD8904789}" type="pres">
      <dgm:prSet presAssocID="{664EF75C-B791-460B-B0E8-0CCAEBA6BF3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52D943E-A07E-4AD7-8544-E90FAC0EAA8F}" type="pres">
      <dgm:prSet presAssocID="{664EF75C-B791-460B-B0E8-0CCAEBA6BF3E}" presName="spaceRect" presStyleCnt="0"/>
      <dgm:spPr/>
    </dgm:pt>
    <dgm:pt modelId="{E54053F7-9559-4414-8EAB-AB7FBBB458EB}" type="pres">
      <dgm:prSet presAssocID="{664EF75C-B791-460B-B0E8-0CCAEBA6BF3E}" presName="textRect" presStyleLbl="revTx" presStyleIdx="1" presStyleCnt="4">
        <dgm:presLayoutVars>
          <dgm:chMax val="1"/>
          <dgm:chPref val="1"/>
        </dgm:presLayoutVars>
      </dgm:prSet>
      <dgm:spPr/>
    </dgm:pt>
    <dgm:pt modelId="{8D5D2223-A74B-4AFB-9A78-8022E570F42C}" type="pres">
      <dgm:prSet presAssocID="{38ADCDD4-EFB9-4DD1-8ADF-60BFFB91933B}" presName="sibTrans" presStyleCnt="0"/>
      <dgm:spPr/>
    </dgm:pt>
    <dgm:pt modelId="{A70B7CDE-48CD-4563-AE05-24CF8227BD97}" type="pres">
      <dgm:prSet presAssocID="{2A8AAE57-9D3D-40E8-AD0A-A51E32E8EC8C}" presName="compNode" presStyleCnt="0"/>
      <dgm:spPr/>
    </dgm:pt>
    <dgm:pt modelId="{B604AE24-B1AF-485B-88B1-6127209BB212}" type="pres">
      <dgm:prSet presAssocID="{2A8AAE57-9D3D-40E8-AD0A-A51E32E8EC8C}" presName="iconBgRect" presStyleLbl="bgShp" presStyleIdx="2" presStyleCnt="4"/>
      <dgm:spPr/>
    </dgm:pt>
    <dgm:pt modelId="{793C0652-E35F-4535-93CD-CDBA066F72C5}" type="pres">
      <dgm:prSet presAssocID="{2A8AAE57-9D3D-40E8-AD0A-A51E32E8EC8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AA010E87-1965-44CB-8762-7999FDCD28C5}" type="pres">
      <dgm:prSet presAssocID="{2A8AAE57-9D3D-40E8-AD0A-A51E32E8EC8C}" presName="spaceRect" presStyleCnt="0"/>
      <dgm:spPr/>
    </dgm:pt>
    <dgm:pt modelId="{93DEBE94-90EF-43AC-B10C-9B056BDA7BFE}" type="pres">
      <dgm:prSet presAssocID="{2A8AAE57-9D3D-40E8-AD0A-A51E32E8EC8C}" presName="textRect" presStyleLbl="revTx" presStyleIdx="2" presStyleCnt="4">
        <dgm:presLayoutVars>
          <dgm:chMax val="1"/>
          <dgm:chPref val="1"/>
        </dgm:presLayoutVars>
      </dgm:prSet>
      <dgm:spPr/>
    </dgm:pt>
    <dgm:pt modelId="{3E4D331E-B072-4FEA-B08F-3E30A57825B5}" type="pres">
      <dgm:prSet presAssocID="{475F3066-485B-4B42-AA04-768506CE0BE7}" presName="sibTrans" presStyleCnt="0"/>
      <dgm:spPr/>
    </dgm:pt>
    <dgm:pt modelId="{99BD9150-A135-4F92-9479-D3BF779E34B6}" type="pres">
      <dgm:prSet presAssocID="{98A640B8-27BD-4A2B-966A-5E7409FBE32D}" presName="compNode" presStyleCnt="0"/>
      <dgm:spPr/>
    </dgm:pt>
    <dgm:pt modelId="{3519EFAE-97AE-4842-9C74-EA7ED9398376}" type="pres">
      <dgm:prSet presAssocID="{98A640B8-27BD-4A2B-966A-5E7409FBE32D}" presName="iconBgRect" presStyleLbl="bgShp" presStyleIdx="3" presStyleCnt="4"/>
      <dgm:spPr/>
    </dgm:pt>
    <dgm:pt modelId="{DE4CC25C-4C36-476B-884F-E56F0594AEBE}" type="pres">
      <dgm:prSet presAssocID="{98A640B8-27BD-4A2B-966A-5E7409FBE32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A5DA810-4C9C-4912-984F-37CBD1857820}" type="pres">
      <dgm:prSet presAssocID="{98A640B8-27BD-4A2B-966A-5E7409FBE32D}" presName="spaceRect" presStyleCnt="0"/>
      <dgm:spPr/>
    </dgm:pt>
    <dgm:pt modelId="{12A6E0EC-0280-4647-8350-51892C8109F5}" type="pres">
      <dgm:prSet presAssocID="{98A640B8-27BD-4A2B-966A-5E7409FBE32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94E860E-170F-4DBD-ABAD-7649AD8106C9}" srcId="{F412D554-B835-4FA0-92D2-F9C9DADFEA19}" destId="{2A8AAE57-9D3D-40E8-AD0A-A51E32E8EC8C}" srcOrd="2" destOrd="0" parTransId="{04EE13CC-AB60-4219-A94E-06E9E270D19E}" sibTransId="{475F3066-485B-4B42-AA04-768506CE0BE7}"/>
    <dgm:cxn modelId="{A69F0C34-C9C1-4765-BE70-FA8A7282C254}" type="presOf" srcId="{F412D554-B835-4FA0-92D2-F9C9DADFEA19}" destId="{6DB6D950-48F7-445A-8AF1-9BB43B4BA7E2}" srcOrd="0" destOrd="0" presId="urn:microsoft.com/office/officeart/2018/5/layout/IconCircleLabelList"/>
    <dgm:cxn modelId="{7BC17835-644F-486E-BFF8-2833BAE61E67}" type="presOf" srcId="{2A8AAE57-9D3D-40E8-AD0A-A51E32E8EC8C}" destId="{93DEBE94-90EF-43AC-B10C-9B056BDA7BFE}" srcOrd="0" destOrd="0" presId="urn:microsoft.com/office/officeart/2018/5/layout/IconCircleLabelList"/>
    <dgm:cxn modelId="{C43C985E-E007-43E5-8C0B-0C0D37D90123}" srcId="{F412D554-B835-4FA0-92D2-F9C9DADFEA19}" destId="{06BBFF7F-3F5F-4C87-B25D-7A07AA5D44BB}" srcOrd="0" destOrd="0" parTransId="{0CCD74FD-DE30-4D59-BE90-09052FE6B48A}" sibTransId="{1A390E91-D297-4C29-81E1-CACA6535674F}"/>
    <dgm:cxn modelId="{222ECF54-AFDB-435C-82B2-667BD8405C4C}" type="presOf" srcId="{98A640B8-27BD-4A2B-966A-5E7409FBE32D}" destId="{12A6E0EC-0280-4647-8350-51892C8109F5}" srcOrd="0" destOrd="0" presId="urn:microsoft.com/office/officeart/2018/5/layout/IconCircleLabelList"/>
    <dgm:cxn modelId="{12692F92-453A-44BC-BD7F-AE07364AAD04}" srcId="{F412D554-B835-4FA0-92D2-F9C9DADFEA19}" destId="{98A640B8-27BD-4A2B-966A-5E7409FBE32D}" srcOrd="3" destOrd="0" parTransId="{E5000FAA-9691-497B-86DA-914C61D29938}" sibTransId="{390F4D9B-7D71-4CE7-A14A-CA1FFD6747F5}"/>
    <dgm:cxn modelId="{0F0EB5AC-0700-46A4-9C92-94C097B1137A}" type="presOf" srcId="{06BBFF7F-3F5F-4C87-B25D-7A07AA5D44BB}" destId="{5F809AFC-F4F1-4EE6-835C-1862CBB109D4}" srcOrd="0" destOrd="0" presId="urn:microsoft.com/office/officeart/2018/5/layout/IconCircleLabelList"/>
    <dgm:cxn modelId="{547A87AD-A55A-4FBC-A419-593D219EF569}" srcId="{F412D554-B835-4FA0-92D2-F9C9DADFEA19}" destId="{664EF75C-B791-460B-B0E8-0CCAEBA6BF3E}" srcOrd="1" destOrd="0" parTransId="{06B41F6B-626B-4910-8703-4A4E30CB6206}" sibTransId="{38ADCDD4-EFB9-4DD1-8ADF-60BFFB91933B}"/>
    <dgm:cxn modelId="{4A974ECB-2D73-458E-A05D-0D435C436358}" type="presOf" srcId="{664EF75C-B791-460B-B0E8-0CCAEBA6BF3E}" destId="{E54053F7-9559-4414-8EAB-AB7FBBB458EB}" srcOrd="0" destOrd="0" presId="urn:microsoft.com/office/officeart/2018/5/layout/IconCircleLabelList"/>
    <dgm:cxn modelId="{FC874CDF-0733-4A5D-97F8-306989C79D09}" type="presParOf" srcId="{6DB6D950-48F7-445A-8AF1-9BB43B4BA7E2}" destId="{EB652C98-5CD8-445C-AE65-766E6BB0F25B}" srcOrd="0" destOrd="0" presId="urn:microsoft.com/office/officeart/2018/5/layout/IconCircleLabelList"/>
    <dgm:cxn modelId="{48416AF5-9F83-4EAD-99AB-1DED3084F2AA}" type="presParOf" srcId="{EB652C98-5CD8-445C-AE65-766E6BB0F25B}" destId="{E653438E-CE30-45DE-BE12-941BC222915F}" srcOrd="0" destOrd="0" presId="urn:microsoft.com/office/officeart/2018/5/layout/IconCircleLabelList"/>
    <dgm:cxn modelId="{597809D9-D0D8-4E36-9858-33B8806F741E}" type="presParOf" srcId="{EB652C98-5CD8-445C-AE65-766E6BB0F25B}" destId="{B3872B9C-BC50-4949-87E7-69929572440A}" srcOrd="1" destOrd="0" presId="urn:microsoft.com/office/officeart/2018/5/layout/IconCircleLabelList"/>
    <dgm:cxn modelId="{FC41E557-B5F0-4412-98EF-DF847269D060}" type="presParOf" srcId="{EB652C98-5CD8-445C-AE65-766E6BB0F25B}" destId="{DACD0E4E-894D-4EB2-81A2-E53868DB899C}" srcOrd="2" destOrd="0" presId="urn:microsoft.com/office/officeart/2018/5/layout/IconCircleLabelList"/>
    <dgm:cxn modelId="{AF02F4D8-F6A5-4EBA-BFEC-9E8257012C91}" type="presParOf" srcId="{EB652C98-5CD8-445C-AE65-766E6BB0F25B}" destId="{5F809AFC-F4F1-4EE6-835C-1862CBB109D4}" srcOrd="3" destOrd="0" presId="urn:microsoft.com/office/officeart/2018/5/layout/IconCircleLabelList"/>
    <dgm:cxn modelId="{57451BF4-39CB-4CA1-A1F9-B84C483F781B}" type="presParOf" srcId="{6DB6D950-48F7-445A-8AF1-9BB43B4BA7E2}" destId="{763E318A-229F-453B-9F47-A4272315B2D8}" srcOrd="1" destOrd="0" presId="urn:microsoft.com/office/officeart/2018/5/layout/IconCircleLabelList"/>
    <dgm:cxn modelId="{82D5ED9D-2F04-4FF9-974C-792CAAF51D6B}" type="presParOf" srcId="{6DB6D950-48F7-445A-8AF1-9BB43B4BA7E2}" destId="{35B0C40E-724D-43B4-8A08-57E2FAC163AE}" srcOrd="2" destOrd="0" presId="urn:microsoft.com/office/officeart/2018/5/layout/IconCircleLabelList"/>
    <dgm:cxn modelId="{2832C2CD-310A-40CE-9A65-FBC672BBFAC6}" type="presParOf" srcId="{35B0C40E-724D-43B4-8A08-57E2FAC163AE}" destId="{0B80CDA8-56A4-45CE-A2ED-62CFA816F961}" srcOrd="0" destOrd="0" presId="urn:microsoft.com/office/officeart/2018/5/layout/IconCircleLabelList"/>
    <dgm:cxn modelId="{564A7305-A80C-4504-937E-804A7B9F450B}" type="presParOf" srcId="{35B0C40E-724D-43B4-8A08-57E2FAC163AE}" destId="{546230FB-DE89-4971-AA37-C43AD8904789}" srcOrd="1" destOrd="0" presId="urn:microsoft.com/office/officeart/2018/5/layout/IconCircleLabelList"/>
    <dgm:cxn modelId="{B240B5F6-234C-4F2C-9924-C68E325E279B}" type="presParOf" srcId="{35B0C40E-724D-43B4-8A08-57E2FAC163AE}" destId="{E52D943E-A07E-4AD7-8544-E90FAC0EAA8F}" srcOrd="2" destOrd="0" presId="urn:microsoft.com/office/officeart/2018/5/layout/IconCircleLabelList"/>
    <dgm:cxn modelId="{D453E8ED-1C47-41DC-9CF2-E9EEDB5E49E6}" type="presParOf" srcId="{35B0C40E-724D-43B4-8A08-57E2FAC163AE}" destId="{E54053F7-9559-4414-8EAB-AB7FBBB458EB}" srcOrd="3" destOrd="0" presId="urn:microsoft.com/office/officeart/2018/5/layout/IconCircleLabelList"/>
    <dgm:cxn modelId="{0FBFBE4F-1CE2-4C82-A756-C143B623262A}" type="presParOf" srcId="{6DB6D950-48F7-445A-8AF1-9BB43B4BA7E2}" destId="{8D5D2223-A74B-4AFB-9A78-8022E570F42C}" srcOrd="3" destOrd="0" presId="urn:microsoft.com/office/officeart/2018/5/layout/IconCircleLabelList"/>
    <dgm:cxn modelId="{049E78CC-D277-4D91-AC74-FCC4FA2290E0}" type="presParOf" srcId="{6DB6D950-48F7-445A-8AF1-9BB43B4BA7E2}" destId="{A70B7CDE-48CD-4563-AE05-24CF8227BD97}" srcOrd="4" destOrd="0" presId="urn:microsoft.com/office/officeart/2018/5/layout/IconCircleLabelList"/>
    <dgm:cxn modelId="{9D1CD519-0D34-4CC3-B6EB-AA994DD018D9}" type="presParOf" srcId="{A70B7CDE-48CD-4563-AE05-24CF8227BD97}" destId="{B604AE24-B1AF-485B-88B1-6127209BB212}" srcOrd="0" destOrd="0" presId="urn:microsoft.com/office/officeart/2018/5/layout/IconCircleLabelList"/>
    <dgm:cxn modelId="{5ADA41C2-2377-40AD-AE1F-514668E28313}" type="presParOf" srcId="{A70B7CDE-48CD-4563-AE05-24CF8227BD97}" destId="{793C0652-E35F-4535-93CD-CDBA066F72C5}" srcOrd="1" destOrd="0" presId="urn:microsoft.com/office/officeart/2018/5/layout/IconCircleLabelList"/>
    <dgm:cxn modelId="{6612CF02-0F44-49E4-B39F-0475DD1517EC}" type="presParOf" srcId="{A70B7CDE-48CD-4563-AE05-24CF8227BD97}" destId="{AA010E87-1965-44CB-8762-7999FDCD28C5}" srcOrd="2" destOrd="0" presId="urn:microsoft.com/office/officeart/2018/5/layout/IconCircleLabelList"/>
    <dgm:cxn modelId="{F7108A0A-4622-480B-8607-89559E9B0AE7}" type="presParOf" srcId="{A70B7CDE-48CD-4563-AE05-24CF8227BD97}" destId="{93DEBE94-90EF-43AC-B10C-9B056BDA7BFE}" srcOrd="3" destOrd="0" presId="urn:microsoft.com/office/officeart/2018/5/layout/IconCircleLabelList"/>
    <dgm:cxn modelId="{61C6EDA5-6124-4523-B4A7-83AB10B6E75F}" type="presParOf" srcId="{6DB6D950-48F7-445A-8AF1-9BB43B4BA7E2}" destId="{3E4D331E-B072-4FEA-B08F-3E30A57825B5}" srcOrd="5" destOrd="0" presId="urn:microsoft.com/office/officeart/2018/5/layout/IconCircleLabelList"/>
    <dgm:cxn modelId="{04D54EBB-572D-43BB-9AE8-95FD72DCC718}" type="presParOf" srcId="{6DB6D950-48F7-445A-8AF1-9BB43B4BA7E2}" destId="{99BD9150-A135-4F92-9479-D3BF779E34B6}" srcOrd="6" destOrd="0" presId="urn:microsoft.com/office/officeart/2018/5/layout/IconCircleLabelList"/>
    <dgm:cxn modelId="{BFD4A987-BA3B-4E03-8268-05BB4AB1A51E}" type="presParOf" srcId="{99BD9150-A135-4F92-9479-D3BF779E34B6}" destId="{3519EFAE-97AE-4842-9C74-EA7ED9398376}" srcOrd="0" destOrd="0" presId="urn:microsoft.com/office/officeart/2018/5/layout/IconCircleLabelList"/>
    <dgm:cxn modelId="{41A7287D-DF5C-4969-B96B-57CAE08DBCDF}" type="presParOf" srcId="{99BD9150-A135-4F92-9479-D3BF779E34B6}" destId="{DE4CC25C-4C36-476B-884F-E56F0594AEBE}" srcOrd="1" destOrd="0" presId="urn:microsoft.com/office/officeart/2018/5/layout/IconCircleLabelList"/>
    <dgm:cxn modelId="{A5AF3E54-8285-423C-80CF-1B8AA1493771}" type="presParOf" srcId="{99BD9150-A135-4F92-9479-D3BF779E34B6}" destId="{0A5DA810-4C9C-4912-984F-37CBD1857820}" srcOrd="2" destOrd="0" presId="urn:microsoft.com/office/officeart/2018/5/layout/IconCircleLabelList"/>
    <dgm:cxn modelId="{A7ED3736-A2E3-454E-92FE-0CFF9C9064B2}" type="presParOf" srcId="{99BD9150-A135-4F92-9479-D3BF779E34B6}" destId="{12A6E0EC-0280-4647-8350-51892C8109F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0A28F5-CC58-4AE3-A624-DEAB989568B5}">
      <dsp:nvSpPr>
        <dsp:cNvPr id="0" name=""/>
        <dsp:cNvSpPr/>
      </dsp:nvSpPr>
      <dsp:spPr>
        <a:xfrm>
          <a:off x="0" y="13566"/>
          <a:ext cx="8229600" cy="14285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Muhammad Umar – Software Development</a:t>
          </a:r>
        </a:p>
      </dsp:txBody>
      <dsp:txXfrm>
        <a:off x="69737" y="83303"/>
        <a:ext cx="8090126" cy="1289096"/>
      </dsp:txXfrm>
    </dsp:sp>
    <dsp:sp modelId="{801B15BD-5651-46A6-ADCD-6048802889AE}">
      <dsp:nvSpPr>
        <dsp:cNvPr id="0" name=""/>
        <dsp:cNvSpPr/>
      </dsp:nvSpPr>
      <dsp:spPr>
        <a:xfrm>
          <a:off x="0" y="1548696"/>
          <a:ext cx="8229600" cy="14285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Muhammad Hassan Baig – Hardware Implementation</a:t>
          </a:r>
        </a:p>
      </dsp:txBody>
      <dsp:txXfrm>
        <a:off x="69737" y="1618433"/>
        <a:ext cx="8090126" cy="1289096"/>
      </dsp:txXfrm>
    </dsp:sp>
    <dsp:sp modelId="{5650402C-2EEC-47AF-8F06-9EF4D1059AFE}">
      <dsp:nvSpPr>
        <dsp:cNvPr id="0" name=""/>
        <dsp:cNvSpPr/>
      </dsp:nvSpPr>
      <dsp:spPr>
        <a:xfrm>
          <a:off x="0" y="3083826"/>
          <a:ext cx="8229600" cy="14285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Muhammad Naveed – Documentation</a:t>
          </a:r>
        </a:p>
      </dsp:txBody>
      <dsp:txXfrm>
        <a:off x="69737" y="3153563"/>
        <a:ext cx="8090126" cy="12890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A6A384-586B-4451-9CFC-9B8D47FC2BE9}">
      <dsp:nvSpPr>
        <dsp:cNvPr id="0" name=""/>
        <dsp:cNvSpPr/>
      </dsp:nvSpPr>
      <dsp:spPr>
        <a:xfrm>
          <a:off x="0" y="36139"/>
          <a:ext cx="5000124" cy="127413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Automates aquarium operations using IoT</a:t>
          </a:r>
        </a:p>
      </dsp:txBody>
      <dsp:txXfrm>
        <a:off x="62198" y="98337"/>
        <a:ext cx="4875728" cy="1149734"/>
      </dsp:txXfrm>
    </dsp:sp>
    <dsp:sp modelId="{0883C5AD-133C-4C9F-8C1B-2B67F898004C}">
      <dsp:nvSpPr>
        <dsp:cNvPr id="0" name=""/>
        <dsp:cNvSpPr/>
      </dsp:nvSpPr>
      <dsp:spPr>
        <a:xfrm>
          <a:off x="0" y="1405310"/>
          <a:ext cx="5000124" cy="127413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Controls heater, pump, lights, and feeder</a:t>
          </a:r>
        </a:p>
      </dsp:txBody>
      <dsp:txXfrm>
        <a:off x="62198" y="1467508"/>
        <a:ext cx="4875728" cy="1149734"/>
      </dsp:txXfrm>
    </dsp:sp>
    <dsp:sp modelId="{B9D8A586-F128-4AD7-85F6-F90318B55806}">
      <dsp:nvSpPr>
        <dsp:cNvPr id="0" name=""/>
        <dsp:cNvSpPr/>
      </dsp:nvSpPr>
      <dsp:spPr>
        <a:xfrm>
          <a:off x="0" y="2774480"/>
          <a:ext cx="5000124" cy="127413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Uses ESP32 as main controller</a:t>
          </a:r>
        </a:p>
      </dsp:txBody>
      <dsp:txXfrm>
        <a:off x="62198" y="2836678"/>
        <a:ext cx="4875728" cy="1149734"/>
      </dsp:txXfrm>
    </dsp:sp>
    <dsp:sp modelId="{0B012C82-20A6-4DC4-8692-75C9BFD46EF5}">
      <dsp:nvSpPr>
        <dsp:cNvPr id="0" name=""/>
        <dsp:cNvSpPr/>
      </dsp:nvSpPr>
      <dsp:spPr>
        <a:xfrm>
          <a:off x="0" y="4143650"/>
          <a:ext cx="5000124" cy="127413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Remote monitoring via Blynk / Node-RED</a:t>
          </a:r>
        </a:p>
      </dsp:txBody>
      <dsp:txXfrm>
        <a:off x="62198" y="4205848"/>
        <a:ext cx="4875728" cy="11497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1F9F80-A90C-4319-B43F-24E7764C9168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8B41CA-1912-46E6-BC58-42FAB24BA757}">
      <dsp:nvSpPr>
        <dsp:cNvPr id="0" name=""/>
        <dsp:cNvSpPr/>
      </dsp:nvSpPr>
      <dsp:spPr>
        <a:xfrm>
          <a:off x="0" y="0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Maintain healthy aquarium environment</a:t>
          </a:r>
        </a:p>
      </dsp:txBody>
      <dsp:txXfrm>
        <a:off x="0" y="0"/>
        <a:ext cx="4718785" cy="1382683"/>
      </dsp:txXfrm>
    </dsp:sp>
    <dsp:sp modelId="{FD337936-52CA-42F9-800A-F182BF0E1027}">
      <dsp:nvSpPr>
        <dsp:cNvPr id="0" name=""/>
        <dsp:cNvSpPr/>
      </dsp:nvSpPr>
      <dsp:spPr>
        <a:xfrm>
          <a:off x="0" y="1382683"/>
          <a:ext cx="4718785" cy="0"/>
        </a:xfrm>
        <a:prstGeom prst="line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4249B3-1741-47B5-B8AE-8AAA205B60B9}">
      <dsp:nvSpPr>
        <dsp:cNvPr id="0" name=""/>
        <dsp:cNvSpPr/>
      </dsp:nvSpPr>
      <dsp:spPr>
        <a:xfrm>
          <a:off x="0" y="1382683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Reduce manual effort</a:t>
          </a:r>
        </a:p>
      </dsp:txBody>
      <dsp:txXfrm>
        <a:off x="0" y="1382683"/>
        <a:ext cx="4718785" cy="1382683"/>
      </dsp:txXfrm>
    </dsp:sp>
    <dsp:sp modelId="{C671A741-1A26-4429-9171-8244A2CFA9B1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03267-C5F2-4574-A0F7-C39B36DB41DE}">
      <dsp:nvSpPr>
        <dsp:cNvPr id="0" name=""/>
        <dsp:cNvSpPr/>
      </dsp:nvSpPr>
      <dsp:spPr>
        <a:xfrm>
          <a:off x="0" y="2765367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Enable remote monitoring</a:t>
          </a:r>
        </a:p>
      </dsp:txBody>
      <dsp:txXfrm>
        <a:off x="0" y="2765367"/>
        <a:ext cx="4718785" cy="1382683"/>
      </dsp:txXfrm>
    </dsp:sp>
    <dsp:sp modelId="{C0D98AE9-600E-43FD-992E-9273EBD63DE8}">
      <dsp:nvSpPr>
        <dsp:cNvPr id="0" name=""/>
        <dsp:cNvSpPr/>
      </dsp:nvSpPr>
      <dsp:spPr>
        <a:xfrm>
          <a:off x="0" y="4148051"/>
          <a:ext cx="4718785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E429A-D38A-4A96-98D3-E4E6A3D85571}">
      <dsp:nvSpPr>
        <dsp:cNvPr id="0" name=""/>
        <dsp:cNvSpPr/>
      </dsp:nvSpPr>
      <dsp:spPr>
        <a:xfrm>
          <a:off x="0" y="4148051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 time-based automation</a:t>
          </a:r>
        </a:p>
      </dsp:txBody>
      <dsp:txXfrm>
        <a:off x="0" y="4148051"/>
        <a:ext cx="4718785" cy="13826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14C3EA-967B-4A25-994A-CDA4B20F46E9}">
      <dsp:nvSpPr>
        <dsp:cNvPr id="0" name=""/>
        <dsp:cNvSpPr/>
      </dsp:nvSpPr>
      <dsp:spPr>
        <a:xfrm>
          <a:off x="586467" y="1144"/>
          <a:ext cx="519750" cy="51975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506C8-139E-4684-A457-465588CD0ECD}">
      <dsp:nvSpPr>
        <dsp:cNvPr id="0" name=""/>
        <dsp:cNvSpPr/>
      </dsp:nvSpPr>
      <dsp:spPr>
        <a:xfrm>
          <a:off x="695615" y="110292"/>
          <a:ext cx="301455" cy="3014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41388-F8A2-4586-85D9-5D3ADAF0CB72}">
      <dsp:nvSpPr>
        <dsp:cNvPr id="0" name=""/>
        <dsp:cNvSpPr/>
      </dsp:nvSpPr>
      <dsp:spPr>
        <a:xfrm>
          <a:off x="1217592" y="1144"/>
          <a:ext cx="1225124" cy="51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ESP32 Microcontroller</a:t>
          </a:r>
        </a:p>
      </dsp:txBody>
      <dsp:txXfrm>
        <a:off x="1217592" y="1144"/>
        <a:ext cx="1225124" cy="519750"/>
      </dsp:txXfrm>
    </dsp:sp>
    <dsp:sp modelId="{FF9B0996-2ACA-4944-912C-CF9794E9DD3F}">
      <dsp:nvSpPr>
        <dsp:cNvPr id="0" name=""/>
        <dsp:cNvSpPr/>
      </dsp:nvSpPr>
      <dsp:spPr>
        <a:xfrm>
          <a:off x="2656186" y="1144"/>
          <a:ext cx="519750" cy="51975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EE5529-47EB-48E6-BB7F-A5F5DAA09B2B}">
      <dsp:nvSpPr>
        <dsp:cNvPr id="0" name=""/>
        <dsp:cNvSpPr/>
      </dsp:nvSpPr>
      <dsp:spPr>
        <a:xfrm>
          <a:off x="2765333" y="110292"/>
          <a:ext cx="301455" cy="3014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45E90-B10D-46E1-B0C8-821E358087F3}">
      <dsp:nvSpPr>
        <dsp:cNvPr id="0" name=""/>
        <dsp:cNvSpPr/>
      </dsp:nvSpPr>
      <dsp:spPr>
        <a:xfrm>
          <a:off x="3287311" y="1144"/>
          <a:ext cx="1225124" cy="51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Aquarium Heater</a:t>
          </a:r>
        </a:p>
      </dsp:txBody>
      <dsp:txXfrm>
        <a:off x="3287311" y="1144"/>
        <a:ext cx="1225124" cy="519750"/>
      </dsp:txXfrm>
    </dsp:sp>
    <dsp:sp modelId="{02135A35-B5E3-4571-A5E5-059FEEB8918A}">
      <dsp:nvSpPr>
        <dsp:cNvPr id="0" name=""/>
        <dsp:cNvSpPr/>
      </dsp:nvSpPr>
      <dsp:spPr>
        <a:xfrm>
          <a:off x="586467" y="1062203"/>
          <a:ext cx="519750" cy="51975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5752C-87A9-4D17-A273-B1E7D52DCF93}">
      <dsp:nvSpPr>
        <dsp:cNvPr id="0" name=""/>
        <dsp:cNvSpPr/>
      </dsp:nvSpPr>
      <dsp:spPr>
        <a:xfrm>
          <a:off x="695615" y="1171351"/>
          <a:ext cx="301455" cy="3014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25E7B4-D858-4FC1-B533-BF199EBDD009}">
      <dsp:nvSpPr>
        <dsp:cNvPr id="0" name=""/>
        <dsp:cNvSpPr/>
      </dsp:nvSpPr>
      <dsp:spPr>
        <a:xfrm>
          <a:off x="1217592" y="1062203"/>
          <a:ext cx="1225124" cy="51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5V DC Water Pump</a:t>
          </a:r>
        </a:p>
      </dsp:txBody>
      <dsp:txXfrm>
        <a:off x="1217592" y="1062203"/>
        <a:ext cx="1225124" cy="519750"/>
      </dsp:txXfrm>
    </dsp:sp>
    <dsp:sp modelId="{3AD95E5B-7D1D-401F-9ECC-A6A7DF0DD492}">
      <dsp:nvSpPr>
        <dsp:cNvPr id="0" name=""/>
        <dsp:cNvSpPr/>
      </dsp:nvSpPr>
      <dsp:spPr>
        <a:xfrm>
          <a:off x="2656186" y="1062203"/>
          <a:ext cx="519750" cy="51975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DD1B26-0524-4D67-915E-7CB0B92775FF}">
      <dsp:nvSpPr>
        <dsp:cNvPr id="0" name=""/>
        <dsp:cNvSpPr/>
      </dsp:nvSpPr>
      <dsp:spPr>
        <a:xfrm>
          <a:off x="2765333" y="1171351"/>
          <a:ext cx="301455" cy="3014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5A022-FEAA-4240-BC2E-190CFA827AB9}">
      <dsp:nvSpPr>
        <dsp:cNvPr id="0" name=""/>
        <dsp:cNvSpPr/>
      </dsp:nvSpPr>
      <dsp:spPr>
        <a:xfrm>
          <a:off x="3287311" y="1062203"/>
          <a:ext cx="1225124" cy="51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Servo Motor</a:t>
          </a:r>
        </a:p>
      </dsp:txBody>
      <dsp:txXfrm>
        <a:off x="3287311" y="1062203"/>
        <a:ext cx="1225124" cy="519750"/>
      </dsp:txXfrm>
    </dsp:sp>
    <dsp:sp modelId="{A0B41792-6F49-408D-8F31-C04E19791787}">
      <dsp:nvSpPr>
        <dsp:cNvPr id="0" name=""/>
        <dsp:cNvSpPr/>
      </dsp:nvSpPr>
      <dsp:spPr>
        <a:xfrm>
          <a:off x="586467" y="2123263"/>
          <a:ext cx="519750" cy="51975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DB9B4F-B4BC-4605-BB94-A02AA44D4421}">
      <dsp:nvSpPr>
        <dsp:cNvPr id="0" name=""/>
        <dsp:cNvSpPr/>
      </dsp:nvSpPr>
      <dsp:spPr>
        <a:xfrm>
          <a:off x="695615" y="2232410"/>
          <a:ext cx="301455" cy="30145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2BAB8-245A-480E-AFCB-9E6CACC0EBE6}">
      <dsp:nvSpPr>
        <dsp:cNvPr id="0" name=""/>
        <dsp:cNvSpPr/>
      </dsp:nvSpPr>
      <dsp:spPr>
        <a:xfrm>
          <a:off x="1217592" y="2123263"/>
          <a:ext cx="1225124" cy="51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LEDs</a:t>
          </a:r>
        </a:p>
      </dsp:txBody>
      <dsp:txXfrm>
        <a:off x="1217592" y="2123263"/>
        <a:ext cx="1225124" cy="519750"/>
      </dsp:txXfrm>
    </dsp:sp>
    <dsp:sp modelId="{8A4F502E-E8D3-4DF6-A9F7-E7689EBF0C01}">
      <dsp:nvSpPr>
        <dsp:cNvPr id="0" name=""/>
        <dsp:cNvSpPr/>
      </dsp:nvSpPr>
      <dsp:spPr>
        <a:xfrm>
          <a:off x="2656186" y="2123263"/>
          <a:ext cx="519750" cy="51975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C46D54-8A1A-400D-8EA5-75976F1A49B8}">
      <dsp:nvSpPr>
        <dsp:cNvPr id="0" name=""/>
        <dsp:cNvSpPr/>
      </dsp:nvSpPr>
      <dsp:spPr>
        <a:xfrm>
          <a:off x="2765333" y="2232410"/>
          <a:ext cx="301455" cy="30145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4489F-F03B-4917-AB1A-4573594003E0}">
      <dsp:nvSpPr>
        <dsp:cNvPr id="0" name=""/>
        <dsp:cNvSpPr/>
      </dsp:nvSpPr>
      <dsp:spPr>
        <a:xfrm>
          <a:off x="3287311" y="2123263"/>
          <a:ext cx="1225124" cy="51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RTC DS1302</a:t>
          </a:r>
        </a:p>
      </dsp:txBody>
      <dsp:txXfrm>
        <a:off x="3287311" y="2123263"/>
        <a:ext cx="1225124" cy="519750"/>
      </dsp:txXfrm>
    </dsp:sp>
    <dsp:sp modelId="{BDFA1286-222D-4CE7-BD6E-320327377450}">
      <dsp:nvSpPr>
        <dsp:cNvPr id="0" name=""/>
        <dsp:cNvSpPr/>
      </dsp:nvSpPr>
      <dsp:spPr>
        <a:xfrm>
          <a:off x="586467" y="3184322"/>
          <a:ext cx="519750" cy="51975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985879-7B9A-4EBF-B586-72AAF882AAF2}">
      <dsp:nvSpPr>
        <dsp:cNvPr id="0" name=""/>
        <dsp:cNvSpPr/>
      </dsp:nvSpPr>
      <dsp:spPr>
        <a:xfrm>
          <a:off x="695615" y="3293469"/>
          <a:ext cx="301455" cy="30145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6CBE8-C625-4911-980D-5867020C3A4D}">
      <dsp:nvSpPr>
        <dsp:cNvPr id="0" name=""/>
        <dsp:cNvSpPr/>
      </dsp:nvSpPr>
      <dsp:spPr>
        <a:xfrm>
          <a:off x="1217592" y="3184322"/>
          <a:ext cx="1225124" cy="51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4-Channel Relay</a:t>
          </a:r>
        </a:p>
      </dsp:txBody>
      <dsp:txXfrm>
        <a:off x="1217592" y="3184322"/>
        <a:ext cx="1225124" cy="5197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28DE93-C114-4FF4-A55C-A3BB8E92EC60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3CF87-E9E0-4ABE-A2B3-5C1024806155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Heater controlled via Relay Channel 1 (GPIO 18)</a:t>
          </a:r>
        </a:p>
      </dsp:txBody>
      <dsp:txXfrm>
        <a:off x="283960" y="1066136"/>
        <a:ext cx="2107770" cy="1308711"/>
      </dsp:txXfrm>
    </dsp:sp>
    <dsp:sp modelId="{04BBE01C-2480-419C-99DE-23CCDB1726D1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7797E2-C3A7-4140-8123-B944976171FA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Pump controlled via Relay Channel 4 (GPIO 16)</a:t>
          </a:r>
        </a:p>
      </dsp:txBody>
      <dsp:txXfrm>
        <a:off x="2959652" y="1066136"/>
        <a:ext cx="2107770" cy="1308711"/>
      </dsp:txXfrm>
    </dsp:sp>
    <dsp:sp modelId="{12E9D13A-B8AC-45F4-9A32-FFAF4324D7C9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6597E-B940-4BEE-AE46-D2893357EDC0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temperature &amp; water circulation</a:t>
          </a:r>
        </a:p>
      </dsp:txBody>
      <dsp:txXfrm>
        <a:off x="5635343" y="1066136"/>
        <a:ext cx="2107770" cy="13087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7FC4EE-B164-4C0A-B330-AF7640C5AC4F}">
      <dsp:nvSpPr>
        <dsp:cNvPr id="0" name=""/>
        <dsp:cNvSpPr/>
      </dsp:nvSpPr>
      <dsp:spPr>
        <a:xfrm>
          <a:off x="848329" y="605903"/>
          <a:ext cx="978295" cy="9782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BC877-C439-4F18-95DE-4C76957FC11D}">
      <dsp:nvSpPr>
        <dsp:cNvPr id="0" name=""/>
        <dsp:cNvSpPr/>
      </dsp:nvSpPr>
      <dsp:spPr>
        <a:xfrm>
          <a:off x="250482" y="1883998"/>
          <a:ext cx="21739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Servo motor automates feeding</a:t>
          </a:r>
        </a:p>
      </dsp:txBody>
      <dsp:txXfrm>
        <a:off x="250482" y="1883998"/>
        <a:ext cx="2173989" cy="720000"/>
      </dsp:txXfrm>
    </dsp:sp>
    <dsp:sp modelId="{439D901C-3CA6-4AAC-8F73-3CEAC6F2BBDE}">
      <dsp:nvSpPr>
        <dsp:cNvPr id="0" name=""/>
        <dsp:cNvSpPr/>
      </dsp:nvSpPr>
      <dsp:spPr>
        <a:xfrm>
          <a:off x="3402767" y="605903"/>
          <a:ext cx="978295" cy="9782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44946-DD1E-4932-9F1E-0E2B28205D4E}">
      <dsp:nvSpPr>
        <dsp:cNvPr id="0" name=""/>
        <dsp:cNvSpPr/>
      </dsp:nvSpPr>
      <dsp:spPr>
        <a:xfrm>
          <a:off x="2804920" y="1883998"/>
          <a:ext cx="21739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LEDs simulate day/night cycle</a:t>
          </a:r>
        </a:p>
      </dsp:txBody>
      <dsp:txXfrm>
        <a:off x="2804920" y="1883998"/>
        <a:ext cx="2173989" cy="720000"/>
      </dsp:txXfrm>
    </dsp:sp>
    <dsp:sp modelId="{D75E9CE9-B8F1-4AE4-ADEF-69CDC468F739}">
      <dsp:nvSpPr>
        <dsp:cNvPr id="0" name=""/>
        <dsp:cNvSpPr/>
      </dsp:nvSpPr>
      <dsp:spPr>
        <a:xfrm>
          <a:off x="5957204" y="605903"/>
          <a:ext cx="978295" cy="9782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D7784B-A5C2-49B8-B009-2DE3855962B8}">
      <dsp:nvSpPr>
        <dsp:cNvPr id="0" name=""/>
        <dsp:cNvSpPr/>
      </dsp:nvSpPr>
      <dsp:spPr>
        <a:xfrm>
          <a:off x="5359357" y="1883998"/>
          <a:ext cx="21739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Controlled through ESP32 GPIO pins</a:t>
          </a:r>
        </a:p>
      </dsp:txBody>
      <dsp:txXfrm>
        <a:off x="5359357" y="1883998"/>
        <a:ext cx="2173989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2EECA4-7269-4CED-9D8E-BE94712F218E}">
      <dsp:nvSpPr>
        <dsp:cNvPr id="0" name=""/>
        <dsp:cNvSpPr/>
      </dsp:nvSpPr>
      <dsp:spPr>
        <a:xfrm>
          <a:off x="848329" y="605903"/>
          <a:ext cx="978295" cy="9782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94EA75-F26F-442D-8663-191070FC7E97}">
      <dsp:nvSpPr>
        <dsp:cNvPr id="0" name=""/>
        <dsp:cNvSpPr/>
      </dsp:nvSpPr>
      <dsp:spPr>
        <a:xfrm>
          <a:off x="250482" y="1883998"/>
          <a:ext cx="21739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RTC maintains accurate time</a:t>
          </a:r>
        </a:p>
      </dsp:txBody>
      <dsp:txXfrm>
        <a:off x="250482" y="1883998"/>
        <a:ext cx="2173989" cy="720000"/>
      </dsp:txXfrm>
    </dsp:sp>
    <dsp:sp modelId="{89CDA1B5-1ACB-49D8-8AFC-258000468BF9}">
      <dsp:nvSpPr>
        <dsp:cNvPr id="0" name=""/>
        <dsp:cNvSpPr/>
      </dsp:nvSpPr>
      <dsp:spPr>
        <a:xfrm>
          <a:off x="3402767" y="605903"/>
          <a:ext cx="978295" cy="9782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14786-94FA-4C7B-9C5C-D0DF7BC64346}">
      <dsp:nvSpPr>
        <dsp:cNvPr id="0" name=""/>
        <dsp:cNvSpPr/>
      </dsp:nvSpPr>
      <dsp:spPr>
        <a:xfrm>
          <a:off x="2804920" y="1883998"/>
          <a:ext cx="21739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Supports scheduling</a:t>
          </a:r>
        </a:p>
      </dsp:txBody>
      <dsp:txXfrm>
        <a:off x="2804920" y="1883998"/>
        <a:ext cx="2173989" cy="720000"/>
      </dsp:txXfrm>
    </dsp:sp>
    <dsp:sp modelId="{74AB19E4-5D49-479D-9534-BF47148CADEF}">
      <dsp:nvSpPr>
        <dsp:cNvPr id="0" name=""/>
        <dsp:cNvSpPr/>
      </dsp:nvSpPr>
      <dsp:spPr>
        <a:xfrm>
          <a:off x="5957204" y="605903"/>
          <a:ext cx="978295" cy="9782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627051-972F-48B1-BA32-FB22327F5EA0}">
      <dsp:nvSpPr>
        <dsp:cNvPr id="0" name=""/>
        <dsp:cNvSpPr/>
      </dsp:nvSpPr>
      <dsp:spPr>
        <a:xfrm>
          <a:off x="5359357" y="1883998"/>
          <a:ext cx="21739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Blynk / Node-RED for remote control</a:t>
          </a:r>
        </a:p>
      </dsp:txBody>
      <dsp:txXfrm>
        <a:off x="5359357" y="1883998"/>
        <a:ext cx="2173989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828C59-CF31-43CE-A2C9-A2CDBB9EAD83}">
      <dsp:nvSpPr>
        <dsp:cNvPr id="0" name=""/>
        <dsp:cNvSpPr/>
      </dsp:nvSpPr>
      <dsp:spPr>
        <a:xfrm>
          <a:off x="4481989" y="96658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ESP32 connects to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WiFi</a:t>
          </a:r>
          <a:endParaRPr lang="en-US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81989" y="96658"/>
        <a:ext cx="1540371" cy="1540371"/>
      </dsp:txXfrm>
    </dsp:sp>
    <dsp:sp modelId="{B2B4DD70-D953-4C31-B626-7956AC31F06D}">
      <dsp:nvSpPr>
        <dsp:cNvPr id="0" name=""/>
        <dsp:cNvSpPr/>
      </dsp:nvSpPr>
      <dsp:spPr>
        <a:xfrm>
          <a:off x="1766988" y="-692"/>
          <a:ext cx="4352723" cy="4352723"/>
        </a:xfrm>
        <a:prstGeom prst="circularArrow">
          <a:avLst>
            <a:gd name="adj1" fmla="val 6901"/>
            <a:gd name="adj2" fmla="val 465251"/>
            <a:gd name="adj3" fmla="val 549840"/>
            <a:gd name="adj4" fmla="val 20584909"/>
            <a:gd name="adj5" fmla="val 8051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0406375-AF7C-4314-A538-5DE1B6A10134}">
      <dsp:nvSpPr>
        <dsp:cNvPr id="0" name=""/>
        <dsp:cNvSpPr/>
      </dsp:nvSpPr>
      <dsp:spPr>
        <a:xfrm>
          <a:off x="4481989" y="2714308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User controls devices via dashboard</a:t>
          </a:r>
        </a:p>
      </dsp:txBody>
      <dsp:txXfrm>
        <a:off x="4481989" y="2714308"/>
        <a:ext cx="1540371" cy="1540371"/>
      </dsp:txXfrm>
    </dsp:sp>
    <dsp:sp modelId="{16A5517E-61C1-4B01-AEBE-662219CAF440}">
      <dsp:nvSpPr>
        <dsp:cNvPr id="0" name=""/>
        <dsp:cNvSpPr/>
      </dsp:nvSpPr>
      <dsp:spPr>
        <a:xfrm>
          <a:off x="1766988" y="-692"/>
          <a:ext cx="4352723" cy="4352723"/>
        </a:xfrm>
        <a:prstGeom prst="circularArrow">
          <a:avLst>
            <a:gd name="adj1" fmla="val 6901"/>
            <a:gd name="adj2" fmla="val 465251"/>
            <a:gd name="adj3" fmla="val 5949840"/>
            <a:gd name="adj4" fmla="val 4384909"/>
            <a:gd name="adj5" fmla="val 8051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FF037CD-AC1F-4E26-A85D-E0DD6D465755}">
      <dsp:nvSpPr>
        <dsp:cNvPr id="0" name=""/>
        <dsp:cNvSpPr/>
      </dsp:nvSpPr>
      <dsp:spPr>
        <a:xfrm>
          <a:off x="1864339" y="2714308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Commands sent to ESP32</a:t>
          </a:r>
        </a:p>
      </dsp:txBody>
      <dsp:txXfrm>
        <a:off x="1864339" y="2714308"/>
        <a:ext cx="1540371" cy="1540371"/>
      </dsp:txXfrm>
    </dsp:sp>
    <dsp:sp modelId="{14A161CF-92E5-4135-9CE9-467253A8712E}">
      <dsp:nvSpPr>
        <dsp:cNvPr id="0" name=""/>
        <dsp:cNvSpPr/>
      </dsp:nvSpPr>
      <dsp:spPr>
        <a:xfrm>
          <a:off x="1766988" y="-692"/>
          <a:ext cx="4352723" cy="4352723"/>
        </a:xfrm>
        <a:prstGeom prst="circularArrow">
          <a:avLst>
            <a:gd name="adj1" fmla="val 6901"/>
            <a:gd name="adj2" fmla="val 465251"/>
            <a:gd name="adj3" fmla="val 11349840"/>
            <a:gd name="adj4" fmla="val 9784909"/>
            <a:gd name="adj5" fmla="val 8051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6A8F948-E517-4F59-911A-2A37CB3E0214}">
      <dsp:nvSpPr>
        <dsp:cNvPr id="0" name=""/>
        <dsp:cNvSpPr/>
      </dsp:nvSpPr>
      <dsp:spPr>
        <a:xfrm>
          <a:off x="1864339" y="96658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Relays &amp; servo execute actions</a:t>
          </a:r>
        </a:p>
      </dsp:txBody>
      <dsp:txXfrm>
        <a:off x="1864339" y="96658"/>
        <a:ext cx="1540371" cy="1540371"/>
      </dsp:txXfrm>
    </dsp:sp>
    <dsp:sp modelId="{A1C2DFA8-1660-4D74-8266-A7C9F41C8850}">
      <dsp:nvSpPr>
        <dsp:cNvPr id="0" name=""/>
        <dsp:cNvSpPr/>
      </dsp:nvSpPr>
      <dsp:spPr>
        <a:xfrm>
          <a:off x="1766988" y="-692"/>
          <a:ext cx="4352723" cy="4352723"/>
        </a:xfrm>
        <a:prstGeom prst="circularArrow">
          <a:avLst>
            <a:gd name="adj1" fmla="val 6901"/>
            <a:gd name="adj2" fmla="val 465251"/>
            <a:gd name="adj3" fmla="val 16749840"/>
            <a:gd name="adj4" fmla="val 15184909"/>
            <a:gd name="adj5" fmla="val 8051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AFC79-E9DA-49B0-B8C2-3613D023A187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98998A-FDEE-4374-8FC3-786C82C29B98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ABDCEC-95DA-4687-B299-26695DE5C0E0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Smart &amp; efficient aquarium management</a:t>
          </a:r>
        </a:p>
      </dsp:txBody>
      <dsp:txXfrm>
        <a:off x="80381" y="2738169"/>
        <a:ext cx="2306250" cy="720000"/>
      </dsp:txXfrm>
    </dsp:sp>
    <dsp:sp modelId="{65B3ACF4-4049-4C04-902E-68876106CE1D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8B2B96-DA71-4F7A-B170-53D52F92E92D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6C663-D03E-4418-BDBB-7F6493350185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Demonstrates IoT &amp; embedded systems</a:t>
          </a:r>
        </a:p>
      </dsp:txBody>
      <dsp:txXfrm>
        <a:off x="2790224" y="2738169"/>
        <a:ext cx="2306250" cy="720000"/>
      </dsp:txXfrm>
    </dsp:sp>
    <dsp:sp modelId="{922FC8FB-9C69-49A9-9C40-55DE6442B383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9E39E2-C5B1-4459-BA8E-CCA97928BE73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214552-B7DA-4B1D-B31D-9AFE72277BCF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Suitable for educational &amp; domestic use</a:t>
          </a:r>
        </a:p>
      </dsp:txBody>
      <dsp:txXfrm>
        <a:off x="5500068" y="2738169"/>
        <a:ext cx="230625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3438E-CE30-45DE-BE12-941BC222915F}">
      <dsp:nvSpPr>
        <dsp:cNvPr id="0" name=""/>
        <dsp:cNvSpPr/>
      </dsp:nvSpPr>
      <dsp:spPr>
        <a:xfrm>
          <a:off x="393299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872B9C-BC50-4949-87E7-69929572440A}">
      <dsp:nvSpPr>
        <dsp:cNvPr id="0" name=""/>
        <dsp:cNvSpPr/>
      </dsp:nvSpPr>
      <dsp:spPr>
        <a:xfrm>
          <a:off x="627299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09AFC-F4F1-4EE6-835C-1862CBB109D4}">
      <dsp:nvSpPr>
        <dsp:cNvPr id="0" name=""/>
        <dsp:cNvSpPr/>
      </dsp:nvSpPr>
      <dsp:spPr>
        <a:xfrm>
          <a:off x="42299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Add temperature &amp; pH sensors</a:t>
          </a:r>
        </a:p>
      </dsp:txBody>
      <dsp:txXfrm>
        <a:off x="42299" y="2622981"/>
        <a:ext cx="1800000" cy="720000"/>
      </dsp:txXfrm>
    </dsp:sp>
    <dsp:sp modelId="{0B80CDA8-56A4-45CE-A2ED-62CFA816F961}">
      <dsp:nvSpPr>
        <dsp:cNvPr id="0" name=""/>
        <dsp:cNvSpPr/>
      </dsp:nvSpPr>
      <dsp:spPr>
        <a:xfrm>
          <a:off x="2508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6230FB-DE89-4971-AA37-C43AD8904789}">
      <dsp:nvSpPr>
        <dsp:cNvPr id="0" name=""/>
        <dsp:cNvSpPr/>
      </dsp:nvSpPr>
      <dsp:spPr>
        <a:xfrm>
          <a:off x="2742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053F7-9559-4414-8EAB-AB7FBBB458EB}">
      <dsp:nvSpPr>
        <dsp:cNvPr id="0" name=""/>
        <dsp:cNvSpPr/>
      </dsp:nvSpPr>
      <dsp:spPr>
        <a:xfrm>
          <a:off x="2157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Automatic decision-making</a:t>
          </a:r>
        </a:p>
      </dsp:txBody>
      <dsp:txXfrm>
        <a:off x="2157300" y="2622981"/>
        <a:ext cx="1800000" cy="720000"/>
      </dsp:txXfrm>
    </dsp:sp>
    <dsp:sp modelId="{B604AE24-B1AF-485B-88B1-6127209BB212}">
      <dsp:nvSpPr>
        <dsp:cNvPr id="0" name=""/>
        <dsp:cNvSpPr/>
      </dsp:nvSpPr>
      <dsp:spPr>
        <a:xfrm>
          <a:off x="4623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3C0652-E35F-4535-93CD-CDBA066F72C5}">
      <dsp:nvSpPr>
        <dsp:cNvPr id="0" name=""/>
        <dsp:cNvSpPr/>
      </dsp:nvSpPr>
      <dsp:spPr>
        <a:xfrm>
          <a:off x="4857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EBE94-90EF-43AC-B10C-9B056BDA7BFE}">
      <dsp:nvSpPr>
        <dsp:cNvPr id="0" name=""/>
        <dsp:cNvSpPr/>
      </dsp:nvSpPr>
      <dsp:spPr>
        <a:xfrm>
          <a:off x="4272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Data logging &amp; alerts</a:t>
          </a:r>
        </a:p>
      </dsp:txBody>
      <dsp:txXfrm>
        <a:off x="4272300" y="2622981"/>
        <a:ext cx="1800000" cy="720000"/>
      </dsp:txXfrm>
    </dsp:sp>
    <dsp:sp modelId="{3519EFAE-97AE-4842-9C74-EA7ED9398376}">
      <dsp:nvSpPr>
        <dsp:cNvPr id="0" name=""/>
        <dsp:cNvSpPr/>
      </dsp:nvSpPr>
      <dsp:spPr>
        <a:xfrm>
          <a:off x="6738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4CC25C-4C36-476B-884F-E56F0594AEBE}">
      <dsp:nvSpPr>
        <dsp:cNvPr id="0" name=""/>
        <dsp:cNvSpPr/>
      </dsp:nvSpPr>
      <dsp:spPr>
        <a:xfrm>
          <a:off x="6972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6E0EC-0280-4647-8350-51892C8109F5}">
      <dsp:nvSpPr>
        <dsp:cNvPr id="0" name=""/>
        <dsp:cNvSpPr/>
      </dsp:nvSpPr>
      <dsp:spPr>
        <a:xfrm>
          <a:off x="6387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AI-based control</a:t>
          </a:r>
        </a:p>
      </dsp:txBody>
      <dsp:txXfrm>
        <a:off x="6387300" y="2622981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kern="1200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IoT Aquarium Automation System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ESP32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F76C3D-79FC-FC17-3C23-A96CCF4546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777087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99C798-8E95-7762-B7C3-0286D86A2F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905824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486" y="643467"/>
            <a:ext cx="2322568" cy="5571066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F32D4D-E26F-7AB9-7091-505C39A4D9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5688450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txBody>
          <a:bodyPr anchor="b"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Components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C3A827-ADC8-B954-A254-22364A3AE9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610" r="24756" b="-1"/>
          <a:stretch>
            <a:fillRect/>
          </a:stretch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C204E6-892D-893E-BC1D-CC04B17D6B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4807329"/>
              </p:ext>
            </p:extLst>
          </p:nvPr>
        </p:nvGraphicFramePr>
        <p:xfrm>
          <a:off x="3415300" y="2409830"/>
          <a:ext cx="5098904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Heater &amp; Pump Control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C9D5E5-E043-F55E-C820-2CE7C54AA4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284577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&amp; Lighting System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58D247-C90D-2CB0-0C12-428E0146FB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0840637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RTC &amp; IoT Platform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462912-3E1A-B97A-4C2B-CCE37F0F00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914041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16002F-5573-F5AD-A18D-D3421A86F21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2668" b="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7D9332-0E91-FF7F-5295-A6C095FD02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954157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731FD728-96EA-E67B-1361-CF2670365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1957792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51A42D-4807-F75E-D148-2E43F80840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201</Words>
  <Application>Microsoft Office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IoT Aquarium Automation System</vt:lpstr>
      <vt:lpstr>Team Members</vt:lpstr>
      <vt:lpstr>Project Overview</vt:lpstr>
      <vt:lpstr>Objectives</vt:lpstr>
      <vt:lpstr>System Components</vt:lpstr>
      <vt:lpstr>Heater &amp; Pump Control</vt:lpstr>
      <vt:lpstr>Servo &amp; Lighting System</vt:lpstr>
      <vt:lpstr>RTC &amp; IoT Platform</vt:lpstr>
      <vt:lpstr>System Working</vt:lpstr>
      <vt:lpstr>Conclusion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22-NTU-CS-1301</cp:lastModifiedBy>
  <cp:revision>4</cp:revision>
  <dcterms:created xsi:type="dcterms:W3CDTF">2013-01-27T09:14:16Z</dcterms:created>
  <dcterms:modified xsi:type="dcterms:W3CDTF">2026-01-04T18:29:39Z</dcterms:modified>
  <cp:category/>
</cp:coreProperties>
</file>